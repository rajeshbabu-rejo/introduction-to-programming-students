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ca9b34483944b8" /><Relationship Type="http://schemas.openxmlformats.org/officeDocument/2006/relationships/extended-properties" Target="/docProps/app.xml" Id="Ra49cc0ffe5fe4593" /><Relationship Type="http://schemas.openxmlformats.org/officeDocument/2006/relationships/officeDocument" Target="/ppt/presentation.xml" Id="R305ab50ddd3946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7ebfc78c244e17"/>
  </p:sldMasterIdLst>
  <p:notesMasterIdLst>
    <p:notesMasterId xmlns:r="http://schemas.openxmlformats.org/officeDocument/2006/relationships" r:id="R2e38780a89a04663"/>
  </p:notesMasterIdLst>
  <p:sldIdLst>
    <p:sldId xmlns:r="http://schemas.openxmlformats.org/officeDocument/2006/relationships" id="256" r:id="Re1a899a58a5e4a4e"/>
    <p:sldId xmlns:r="http://schemas.openxmlformats.org/officeDocument/2006/relationships" id="257" r:id="R0e7d3eef4ca44176"/>
    <p:sldId xmlns:r="http://schemas.openxmlformats.org/officeDocument/2006/relationships" id="258" r:id="Rb379b6477cbc4fc7"/>
    <p:sldId xmlns:r="http://schemas.openxmlformats.org/officeDocument/2006/relationships" id="259" r:id="R0d2ceed419b3483f"/>
    <p:sldId xmlns:r="http://schemas.openxmlformats.org/officeDocument/2006/relationships" id="260" r:id="Rf70eee1178344195"/>
    <p:sldId xmlns:r="http://schemas.openxmlformats.org/officeDocument/2006/relationships" id="261" r:id="R05b954d72c14400a"/>
    <p:sldId xmlns:r="http://schemas.openxmlformats.org/officeDocument/2006/relationships" id="262" r:id="R4474fb86c0bc4521"/>
    <p:sldId xmlns:r="http://schemas.openxmlformats.org/officeDocument/2006/relationships" id="263" r:id="R10ad88b652ac4e1e"/>
    <p:sldId xmlns:r="http://schemas.openxmlformats.org/officeDocument/2006/relationships" id="264" r:id="Recf54868a3e64511"/>
    <p:sldId xmlns:r="http://schemas.openxmlformats.org/officeDocument/2006/relationships" id="265" r:id="R318339e74d3d4eed"/>
    <p:sldId xmlns:r="http://schemas.openxmlformats.org/officeDocument/2006/relationships" id="266" r:id="Rdd70688f752244d1"/>
    <p:sldId xmlns:r="http://schemas.openxmlformats.org/officeDocument/2006/relationships" id="267" r:id="Rc17fc5aeb9014dc0"/>
    <p:sldId xmlns:r="http://schemas.openxmlformats.org/officeDocument/2006/relationships" id="268" r:id="R0ff4e26ced2740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478a51501e4421" /><Relationship Type="http://schemas.openxmlformats.org/officeDocument/2006/relationships/slideMaster" Target="/ppt/slideMasters/slideMaster1.xml" Id="R267ebfc78c244e17" /><Relationship Type="http://schemas.openxmlformats.org/officeDocument/2006/relationships/notesMaster" Target="/ppt/notesMasters/notesMaster1.xml" Id="R2e38780a89a04663" /><Relationship Type="http://schemas.openxmlformats.org/officeDocument/2006/relationships/presProps" Target="/ppt/presProps.xml" Id="R6fd0a82a04594006" /><Relationship Type="http://schemas.openxmlformats.org/officeDocument/2006/relationships/tableStyles" Target="/ppt/tableStyles.xml" Id="R48fb6cda6e3b4d45" /><Relationship Type="http://schemas.openxmlformats.org/officeDocument/2006/relationships/slide" Target="/ppt/slides/slide1.xml" Id="Re1a899a58a5e4a4e" /><Relationship Type="http://schemas.openxmlformats.org/officeDocument/2006/relationships/slide" Target="/ppt/slides/slide2.xml" Id="R0e7d3eef4ca44176" /><Relationship Type="http://schemas.openxmlformats.org/officeDocument/2006/relationships/slide" Target="/ppt/slides/slide3.xml" Id="Rb379b6477cbc4fc7" /><Relationship Type="http://schemas.openxmlformats.org/officeDocument/2006/relationships/slide" Target="/ppt/slides/slide4.xml" Id="R0d2ceed419b3483f" /><Relationship Type="http://schemas.openxmlformats.org/officeDocument/2006/relationships/slide" Target="/ppt/slides/slide5.xml" Id="Rf70eee1178344195" /><Relationship Type="http://schemas.openxmlformats.org/officeDocument/2006/relationships/slide" Target="/ppt/slides/slide6.xml" Id="R05b954d72c14400a" /><Relationship Type="http://schemas.openxmlformats.org/officeDocument/2006/relationships/slide" Target="/ppt/slides/slide7.xml" Id="R4474fb86c0bc4521" /><Relationship Type="http://schemas.openxmlformats.org/officeDocument/2006/relationships/slide" Target="/ppt/slides/slide8.xml" Id="R10ad88b652ac4e1e" /><Relationship Type="http://schemas.openxmlformats.org/officeDocument/2006/relationships/slide" Target="/ppt/slides/slide9.xml" Id="Recf54868a3e64511" /><Relationship Type="http://schemas.openxmlformats.org/officeDocument/2006/relationships/slide" Target="/ppt/slides/slide10.xml" Id="R318339e74d3d4eed" /><Relationship Type="http://schemas.openxmlformats.org/officeDocument/2006/relationships/slide" Target="/ppt/slides/slide11.xml" Id="Rdd70688f752244d1" /><Relationship Type="http://schemas.openxmlformats.org/officeDocument/2006/relationships/slide" Target="/ppt/slides/slide12.xml" Id="Rc17fc5aeb9014dc0" /><Relationship Type="http://schemas.openxmlformats.org/officeDocument/2006/relationships/slide" Target="/ppt/slides/slide13.xml" Id="R0ff4e26ced2740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6b1e56eddf49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0f794d2fc5448f" /><Relationship Type="http://schemas.openxmlformats.org/officeDocument/2006/relationships/notesMaster" Target="/ppt/notesMasters/notesMaster1.xml" Id="Rba2f9a4d274145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81ee2d81134d54" /><Relationship Type="http://schemas.openxmlformats.org/officeDocument/2006/relationships/notesMaster" Target="/ppt/notesMasters/notesMaster1.xml" Id="Raade8729531a4e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c85b4570a144db" /><Relationship Type="http://schemas.openxmlformats.org/officeDocument/2006/relationships/notesMaster" Target="/ppt/notesMasters/notesMaster1.xml" Id="R9341dcfc39b842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a8dc6f0be84446" /><Relationship Type="http://schemas.openxmlformats.org/officeDocument/2006/relationships/notesMaster" Target="/ppt/notesMasters/notesMaster1.xml" Id="R563d26828ac84a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78a237cafc4781" /><Relationship Type="http://schemas.openxmlformats.org/officeDocument/2006/relationships/notesMaster" Target="/ppt/notesMasters/notesMaster1.xml" Id="R0500c2cd381e41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208a43b9c04294" /><Relationship Type="http://schemas.openxmlformats.org/officeDocument/2006/relationships/notesMaster" Target="/ppt/notesMasters/notesMaster1.xml" Id="Rb07fd5fbac7e4f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ebf3052d5a41f1" /><Relationship Type="http://schemas.openxmlformats.org/officeDocument/2006/relationships/notesMaster" Target="/ppt/notesMasters/notesMaster1.xml" Id="R39aa9a0982704c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365ce68a664a42" /><Relationship Type="http://schemas.openxmlformats.org/officeDocument/2006/relationships/notesMaster" Target="/ppt/notesMasters/notesMaster1.xml" Id="R2510d6f67bd442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f293b4a3b24590" /><Relationship Type="http://schemas.openxmlformats.org/officeDocument/2006/relationships/notesMaster" Target="/ppt/notesMasters/notesMaster1.xml" Id="Rf6dba7524c194c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b18f9cd8a34312" /><Relationship Type="http://schemas.openxmlformats.org/officeDocument/2006/relationships/notesMaster" Target="/ppt/notesMasters/notesMaster1.xml" Id="R840e7cf980c84c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4f91c1c69b4d5f" /><Relationship Type="http://schemas.openxmlformats.org/officeDocument/2006/relationships/notesMaster" Target="/ppt/notesMasters/notesMaster1.xml" Id="R174ca069a85748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928e5c3c0a430f" /><Relationship Type="http://schemas.openxmlformats.org/officeDocument/2006/relationships/notesMaster" Target="/ppt/notesMasters/notesMaster1.xml" Id="R7a572bcb927047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6a2d67657d4218" /><Relationship Type="http://schemas.openxmlformats.org/officeDocument/2006/relationships/notesMaster" Target="/ppt/notesMasters/notesMaster1.xml" Id="Rbf5e1c250f4142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cddf1c1f4e49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7a968dbf854e3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2d159d88a4d1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c34e0b18d342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6d9280188345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8d1a56080d4e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D15AAF-173E-40EF-94D3-01393D2A9C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DC236A6-8B05-438E-B356-D9D620542E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DD6B971-897A-4C6F-88AA-C7B5F615BD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A5E24E-8E54-4CDA-A74D-036E2B8EC5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6ECABB0-D470-40B8-A535-B291B24F33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2D0BA5-1534-40FD-948B-CB7BBAED9C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E050BA-8FA9-4C53-91B0-5C84F0CBC0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72A6C31-9A22-437B-9964-EDF247BA68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265D39-CBA9-4A79-85DA-C699FC82D7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112FFB-9877-4E2C-9BC1-CC8478CD88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7f10a0f4be4ffc" /><Relationship Type="http://schemas.openxmlformats.org/officeDocument/2006/relationships/slideLayout" Target="/ppt/slideLayouts/slideLayout1.xml" Id="R0a9c23b5cb654159" /><Relationship Type="http://schemas.openxmlformats.org/officeDocument/2006/relationships/slideLayout" Target="/ppt/slideLayouts/slideLayout2.xml" Id="R91efbce4da534e64" /><Relationship Type="http://schemas.openxmlformats.org/officeDocument/2006/relationships/slideLayout" Target="/ppt/slideLayouts/slideLayout3.xml" Id="Rcf2eb105a4254a17" /><Relationship Type="http://schemas.openxmlformats.org/officeDocument/2006/relationships/slideLayout" Target="/ppt/slideLayouts/slideLayout4.xml" Id="Re6f45f93fda842f6" /><Relationship Type="http://schemas.openxmlformats.org/officeDocument/2006/relationships/slideLayout" Target="/ppt/slideLayouts/slideLayout5.xml" Id="Rd9abf69e14ec4ce1" /><Relationship Type="http://schemas.openxmlformats.org/officeDocument/2006/relationships/slideLayout" Target="/ppt/slideLayouts/slideLayout6.xml" Id="Rad00b1fff0ce40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9c23b5cb654159"/>
    <p:sldLayoutId xmlns:r="http://schemas.openxmlformats.org/officeDocument/2006/relationships" id="2147483650" r:id="R91efbce4da534e64"/>
    <p:sldLayoutId xmlns:r="http://schemas.openxmlformats.org/officeDocument/2006/relationships" id="2147483651" r:id="Rcf2eb105a4254a17"/>
    <p:sldLayoutId xmlns:r="http://schemas.openxmlformats.org/officeDocument/2006/relationships" id="2147483652" r:id="Re6f45f93fda842f6"/>
    <p:sldLayoutId xmlns:r="http://schemas.openxmlformats.org/officeDocument/2006/relationships" id="2147483653" r:id="Rd9abf69e14ec4ce1"/>
    <p:sldLayoutId xmlns:r="http://schemas.openxmlformats.org/officeDocument/2006/relationships" id="2147483654" r:id="Rad00b1fff0ce40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2d036f71f247e0" /><Relationship Type="http://schemas.openxmlformats.org/officeDocument/2006/relationships/image" Target="/ppt/media/image.png" Id="Rb5e01879da0d47a3" /><Relationship Type="http://schemas.openxmlformats.org/officeDocument/2006/relationships/notesSlide" Target="/ppt/notesSlides/notesSlide1.xml" Id="Rca8c147ec83e49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7dec928e7b4a17" /><Relationship Type="http://schemas.openxmlformats.org/officeDocument/2006/relationships/notesSlide" Target="/ppt/notesSlides/notesSlide2.xml" Id="Raba17b28e79341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86ba373dd54e1e" /><Relationship Type="http://schemas.openxmlformats.org/officeDocument/2006/relationships/notesSlide" Target="/ppt/notesSlides/notesSlide3.xml" Id="Ra88a79f450fc4d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d005e78cb043ef" /><Relationship Type="http://schemas.openxmlformats.org/officeDocument/2006/relationships/notesSlide" Target="/ppt/notesSlides/notesSlide4.xml" Id="R4d66b33584fa48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44145ff91a4aa8" /><Relationship Type="http://schemas.openxmlformats.org/officeDocument/2006/relationships/notesSlide" Target="/ppt/notesSlides/notesSlide5.xml" Id="Re7c32803bea14c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695d3456454aeb" /><Relationship Type="http://schemas.openxmlformats.org/officeDocument/2006/relationships/notesSlide" Target="/ppt/notesSlides/notesSlide6.xml" Id="R2576aca7531b46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148b326b074170" /><Relationship Type="http://schemas.openxmlformats.org/officeDocument/2006/relationships/notesSlide" Target="/ppt/notesSlides/notesSlide7.xml" Id="R09ba0f7061e248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bd6431ab7f40c6" /><Relationship Type="http://schemas.openxmlformats.org/officeDocument/2006/relationships/notesSlide" Target="/ppt/notesSlides/notesSlide8.xml" Id="R245198a6414b4f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a5d2122ae14210" /><Relationship Type="http://schemas.openxmlformats.org/officeDocument/2006/relationships/notesSlide" Target="/ppt/notesSlides/notesSlide9.xml" Id="R905d35d320ab49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e6b7b6d2dc4596" /><Relationship Type="http://schemas.openxmlformats.org/officeDocument/2006/relationships/notesSlide" Target="/ppt/notesSlides/notesSlide10.xml" Id="Rc63c0621eb7f4f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f0a30d814244c7" /><Relationship Type="http://schemas.openxmlformats.org/officeDocument/2006/relationships/notesSlide" Target="/ppt/notesSlides/notesSlide11.xml" Id="Rbce5d741ee2246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824fc0a83349eb" /><Relationship Type="http://schemas.openxmlformats.org/officeDocument/2006/relationships/notesSlide" Target="/ppt/notesSlides/notesSlide12.xml" Id="R8484a9fecac7426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02a61a224643fd" /><Relationship Type="http://schemas.openxmlformats.org/officeDocument/2006/relationships/image" Target="/ppt/media/image2.png" Id="R74fcccd941034f8d" /><Relationship Type="http://schemas.openxmlformats.org/officeDocument/2006/relationships/notesSlide" Target="/ppt/notesSlides/notesSlide13.xml" Id="Rad9836e5b91d4b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776F7-52AC-42A1-8DDC-43F2D54A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5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625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pPr>
            <a:r>
              <a:rPr sz="2625" b="0">
                <a:solidFill>
                  <a:srgbClr val="C8C8CC"/>
                </a:solidFill>
                <a:latin typeface="Georgia"/>
                <a:ea typeface="Georgia"/>
                <a:cs typeface="Georgia"/>
              </a:rPr>
              <a:t>Unit II • Lesson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50000-14FC-4003-9626-D222A231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4625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6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Introduction to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6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02858-D99A-41DC-9EBA-7DBA9A98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838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Professor Dr. C. Rajesh Babu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D6379-E689-4E5D-AFFA-B9D1AD98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C8C8CC"/>
                </a:solidFill>
                <a:latin typeface="Georgia"/>
                <a:ea typeface="Georgia"/>
                <a:cs typeface="Georgia"/>
              </a:rPr>
              <a:t>Woxsen University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74E64-0880-4E12-8B64-989EEEA1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14375"/>
            <a:ext cx="2190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843E3-D512-4C88-B97F-C32BD45E4F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01879da0d47a3"/>
          <a:stretch xmlns:a="http://schemas.openxmlformats.org/drawingml/2006/main"/>
        </p:blipFill>
        <p:spPr>
          <a:xfrm xmlns:a="http://schemas.openxmlformats.org/drawingml/2006/main">
            <a:off x="9505950" y="805005"/>
            <a:ext cx="2000250" cy="110461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3EEEE-EDEA-403A-8AE9-EB8EB5A5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INTRODUCTION TO C  •  01</a:t>
            </a:r>
          </a:p>
        </p:txBody>
      </p:sp>
    </p:spTree>
    <p:extLst>
      <p:ext uri="{BB962C8B-B14F-4D97-AF65-F5344CB8AC3E}">
        <p14:creationId xmlns:p14="http://schemas.microsoft.com/office/powerpoint/2010/main" val="21066198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0327D-5E45-4F46-85BA-0AD09357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specific campus task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A6F6E-C27C-4576-90D3-62A3F68C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6212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F55A47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5A47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55A47"/>
                </a:solidFill>
                <a:latin typeface="Menlo"/>
                <a:ea typeface="Menlo"/>
                <a:cs typeface="Menlo"/>
              </a:rPr>
              <a:t>First semester orientation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318B3-F9B6-4CDE-9872-93AE3A18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62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62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New students and parents arrive at the registration desk.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ADC8C-161A-48BF-BDC0-09364394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62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62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screen should greet them and tell them where to check in—consistently each time it starts.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09114-C9B9-43B1-BA64-0CE95A30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7DDC93"/>
                </a:solidFill>
                <a:latin typeface="Georgia"/>
                <a:ea typeface="Georgia"/>
                <a:cs typeface="Georgia"/>
              </a:rPr>
              <a:t>Our first prototype: print those instructions in a terminal.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F17F1-EAA7-40CD-AD18-9E08C480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INTRODUCTION TO C  •  02</a:t>
            </a:r>
          </a:p>
        </p:txBody>
      </p:sp>
    </p:spTree>
    <p:extLst>
      <p:ext uri="{BB962C8B-B14F-4D97-AF65-F5344CB8AC3E}">
        <p14:creationId xmlns:p14="http://schemas.microsoft.com/office/powerpoint/2010/main" val="17456863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A73DB-9EBF-41F5-9C89-C272A84B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From task to program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3FF49-AF8A-4E84-9359-C81AF4B2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F55A47"/>
                </a:solidFill>
                <a:latin typeface="Georgia"/>
                <a:ea typeface="Georgia"/>
                <a:cs typeface="Georgia"/>
              </a:rPr>
              <a:t>What must the orientation display do?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F2C4B-E1A6-47A8-8378-6516F843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10572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C9970-3EBB-4AC1-808C-5175BF67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1007745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1  Begin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2  Show the welcome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3  Show the check-in direction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4  Finish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64D95-076E-463F-A6F7-0BD5EE2F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1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program is an ordered set of instructions a computer executes.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47E8B-2866-4001-A782-7539752D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INTRODUCTION TO C  •  03</a:t>
            </a:r>
          </a:p>
        </p:txBody>
      </p:sp>
    </p:spTree>
    <p:extLst>
      <p:ext uri="{BB962C8B-B14F-4D97-AF65-F5344CB8AC3E}">
        <p14:creationId xmlns:p14="http://schemas.microsoft.com/office/powerpoint/2010/main" val="3384880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626D4-F00C-44CE-B606-162F91E7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Why learn C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3E8DB-1454-4EE9-BE02-082A7353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55A47"/>
                </a:solidFill>
                <a:latin typeface="Georgia"/>
                <a:ea typeface="Georgia"/>
                <a:cs typeface="Georgia"/>
              </a:rPr>
              <a:t>Build a foundation you can reuse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60611-5410-4F8D-AD43-1400BB8C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7DDC93"/>
                </a:solidFill>
                <a:latin typeface="Georgia"/>
                <a:ea typeface="Georgia"/>
                <a:cs typeface="Georgia"/>
              </a:rPr>
              <a:t>Think clearly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72E2F-A403-4B5B-8663-1597AA9F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Steps, decisions, repetition, functions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62D5E-BD7F-4EBD-AE75-1C5E8246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7DDC93"/>
                </a:solidFill>
                <a:latin typeface="Georgia"/>
                <a:ea typeface="Georgia"/>
                <a:cs typeface="Georgia"/>
              </a:rPr>
              <a:t>See how code runs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719AD-6FE2-4645-AC4F-76A331A5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Source, compiler, executable,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3A4C8-0BE2-423E-B3D6-5333F808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71750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7DDC93"/>
                </a:solidFill>
                <a:latin typeface="Georgia"/>
                <a:ea typeface="Georgia"/>
                <a:cs typeface="Georgia"/>
              </a:rPr>
              <a:t>Transfer the ideas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BBF8E-D3D8-4DF1-AB5B-B61C33B4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95625"/>
            <a:ext cx="3286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base for C++, Java, Python, and debugging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08F5E-6AAC-4D11-AA72-5E09BC47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C8C8CC"/>
                </a:solidFill>
                <a:latin typeface="Georgia"/>
                <a:ea typeface="Georgia"/>
                <a:cs typeface="Georgia"/>
              </a:rPr>
              <a:t>C is also used in systems and embedded software.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2EF7D-24A9-4156-8372-45DCFC0B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INTRODUCTION TO C  •  04</a:t>
            </a:r>
          </a:p>
        </p:txBody>
      </p:sp>
    </p:spTree>
    <p:extLst>
      <p:ext uri="{BB962C8B-B14F-4D97-AF65-F5344CB8AC3E}">
        <p14:creationId xmlns:p14="http://schemas.microsoft.com/office/powerpoint/2010/main" val="15675781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9F050-1192-4FB8-81F2-2EAF5BB8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 is procedural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FF8C8-8167-41E5-B689-6F753A77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621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F55A47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5A47"/>
                </a:solidFill>
                <a:latin typeface="Menlo"/>
                <a:ea typeface="Menlo"/>
                <a:cs typeface="Menlo"/>
              </a:defRPr>
            </a:pPr>
            <a:r>
              <a:rPr sz="1950" b="1">
                <a:solidFill>
                  <a:srgbClr val="F55A47"/>
                </a:solidFill>
                <a:latin typeface="Menlo"/>
                <a:ea typeface="Menlo"/>
                <a:cs typeface="Menlo"/>
              </a:rPr>
              <a:t>General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4FC33-441F-486E-BB69-09BB23E4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4476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Describe how a task is done with ordered instructions and functions.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4F96E-C3B4-43C3-8404-14464868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62125"/>
            <a:ext cx="538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7DDC93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7DDC93"/>
                </a:solidFill>
                <a:latin typeface="Menlo"/>
                <a:ea typeface="Menlo"/>
                <a:cs typeface="Menlo"/>
              </a:defRPr>
            </a:pPr>
            <a:r>
              <a:rPr sz="1950" b="1">
                <a:solidFill>
                  <a:srgbClr val="7DDC93"/>
                </a:solidFill>
                <a:latin typeface="Menlo"/>
                <a:ea typeface="Menlo"/>
                <a:cs typeface="Menlo"/>
              </a:rPr>
              <a:t>This task’s algorithm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DE1EB-C551-4F26-8AC8-3CEBBE3F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28875"/>
            <a:ext cx="5429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5FE90-AD1D-484D-9A8C-52665089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600325"/>
            <a:ext cx="493395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Begin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Show welcome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Show check-in direction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Finish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74BE5-8854-4C6A-8692-4DEE674F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816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 is primarily a procedural programming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650DE-E772-4644-9EDD-9BF576FD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INTRODUCTION TO C  •  05</a:t>
            </a:r>
          </a:p>
        </p:txBody>
      </p:sp>
    </p:spTree>
    <p:extLst>
      <p:ext uri="{BB962C8B-B14F-4D97-AF65-F5344CB8AC3E}">
        <p14:creationId xmlns:p14="http://schemas.microsoft.com/office/powerpoint/2010/main" val="20459259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443C4-A374-426F-97D0-33229A30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From source file to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4F973-4472-4AD9-A8CE-EE1426BF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C8C8CC"/>
                </a:solidFill>
                <a:latin typeface="Georgia"/>
                <a:ea typeface="Georgia"/>
                <a:cs typeface="Georgia"/>
              </a:rPr>
              <a:t>Write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B45C2-07BB-4F86-99D3-A49508BA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002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C8C8CC"/>
                </a:solidFill>
                <a:latin typeface="Georgia"/>
                <a:ea typeface="Georgia"/>
                <a:cs typeface="Georgia"/>
              </a:rPr>
              <a:t>Compile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8B740-736B-48D8-A28B-EEBC8DC5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C8C8CC"/>
                </a:solidFill>
                <a:latin typeface="Georgia"/>
                <a:ea typeface="Georgia"/>
                <a:cs typeface="Georgia"/>
              </a:rPr>
              <a:t>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4E74F-B8D0-4C27-AA5F-1E592F12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92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program.c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4E876-38A1-4185-80BA-3D9CE0C8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575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750" b="0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750" b="0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pPr>
            <a:r>
              <a:rPr sz="3750" b="0">
                <a:solidFill>
                  <a:srgbClr val="F55A47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0A339-D137-4808-809E-8CA41D5F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57500"/>
            <a:ext cx="309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92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executable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953E2-4E60-4DB2-96C5-1EF4663C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750" b="0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750" b="0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pPr>
            <a:r>
              <a:rPr sz="3750" b="0">
                <a:solidFill>
                  <a:srgbClr val="F55A47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4618D-D79B-448B-A7F9-6957B08B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92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23391-4A39-41C5-99D4-4AD442A5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C8C8CC"/>
                </a:solidFill>
                <a:latin typeface="Georgia"/>
                <a:ea typeface="Georgia"/>
                <a:cs typeface="Georgia"/>
              </a:rPr>
              <a:t>Example filename: welcome.c   •   VS Code edits; the compiler builds.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81E1D-109D-4604-8497-803A2799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INTRODUCTION TO C  •  06</a:t>
            </a:r>
          </a:p>
        </p:txBody>
      </p:sp>
    </p:spTree>
    <p:extLst>
      <p:ext uri="{BB962C8B-B14F-4D97-AF65-F5344CB8AC3E}">
        <p14:creationId xmlns:p14="http://schemas.microsoft.com/office/powerpoint/2010/main" val="4395930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5486A-8738-47F9-8898-C3EE2735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First version of our display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9CA50-B4A7-4133-B2F1-B2773522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108585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8EBEF-7787-4ACB-94C9-703EDC46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1036320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#include &lt;stdio.h&gt;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int main(void) {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printf("Welcome to Woxsen University!\n");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0;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ED6D3-CA26-41CE-8411-97337A8C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7DDC93"/>
                </a:solidFill>
                <a:latin typeface="Menlo"/>
                <a:ea typeface="Menlo"/>
                <a:cs typeface="Menlo"/>
              </a:rPr>
              <a:t>Output: Welcome to Woxsen University!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447B5-0F58-4C5C-ACBB-5491A697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388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C8C8CC"/>
                </a:solidFill>
                <a:latin typeface="Georgia"/>
                <a:ea typeface="Georgia"/>
                <a:cs typeface="Georgia"/>
              </a:rPr>
              <a:t>The check-in direction is our next addition.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27D83-E5C3-4D87-827A-A35938EF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INTRODUCTION TO C  •  07</a:t>
            </a:r>
          </a:p>
        </p:txBody>
      </p:sp>
    </p:spTree>
    <p:extLst>
      <p:ext uri="{BB962C8B-B14F-4D97-AF65-F5344CB8AC3E}">
        <p14:creationId xmlns:p14="http://schemas.microsoft.com/office/powerpoint/2010/main" val="5273758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3D5AF-5918-400E-A804-EADFE963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Read the C program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F80E4-E6E2-45C2-8FAE-1E2CA00F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2863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8726A-4EA6-4B30-8A10-4740CB0F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4791075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#include &lt;stdio.h&gt;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int main(void) {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printf("Welcome!\n");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0;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1226A-C994-46F7-8AED-610FF989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9775"/>
            <a:ext cx="5048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Printing tools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Where execution begins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Display text and a new line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Finish successfully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F8C91-6E48-41B6-9071-9560F961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816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7DDC93"/>
                </a:solidFill>
                <a:latin typeface="Georgia"/>
                <a:ea typeface="Georgia"/>
                <a:cs typeface="Georgia"/>
              </a:rPr>
              <a:t>The text inside quotes becomes the visible message.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A5490-76C5-4F23-96FF-5BE561CA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INTRODUCTION TO C  •  08</a:t>
            </a:r>
          </a:p>
        </p:txBody>
      </p:sp>
    </p:spTree>
    <p:extLst>
      <p:ext uri="{BB962C8B-B14F-4D97-AF65-F5344CB8AC3E}">
        <p14:creationId xmlns:p14="http://schemas.microsoft.com/office/powerpoint/2010/main" val="20587545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DD8E7-5EA1-497D-8A71-AE406E96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Predict before we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691C1-7CB1-483C-824B-A83CBC23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10810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6395C-170A-46E2-A66C-FB0BF1CE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103155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3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printf("Welcome!\n");</a:t>
            </a:r>
          </a:p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3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printf("Please check in at the desk.\n");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3513F-32F1-4826-B420-1308F09C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55A47"/>
                </a:solidFill>
                <a:latin typeface="Georgia"/>
                <a:ea typeface="Georgia"/>
                <a:cs typeface="Georgia"/>
              </a:rPr>
              <a:t>Write the exact output on two lines.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9171E-CC91-4EB6-ABE5-B091DE09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00625"/>
            <a:ext cx="1019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C8C8CC"/>
                </a:solidFill>
                <a:latin typeface="Georgia"/>
                <a:ea typeface="Georgia"/>
                <a:cs typeface="Georgia"/>
              </a:rPr>
              <a:t>Which part of each statement appears on screen?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435DA-149F-4976-8F42-F51ED328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INTRODUCTION TO C  •  09</a:t>
            </a:r>
          </a:p>
        </p:txBody>
      </p:sp>
    </p:spTree>
    <p:extLst>
      <p:ext uri="{BB962C8B-B14F-4D97-AF65-F5344CB8AC3E}">
        <p14:creationId xmlns:p14="http://schemas.microsoft.com/office/powerpoint/2010/main" val="21320888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F6B0D-5D3D-490E-83F4-EB89DA2A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Classroom: live VS Code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4A276-A5AD-47A2-960C-2C5F7374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F55A47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55A47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55A47"/>
                </a:solidFill>
                <a:latin typeface="Menlo"/>
                <a:ea typeface="Menlo"/>
                <a:cs typeface="Menlo"/>
              </a:rPr>
              <a:t>CLASSROOM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141C2-69D3-4D96-9BEB-425DCE8A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1  Open the lesson folder in VS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1BEF1-56ED-4816-8445-DC5A6631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2  Read welcome_starter.c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44D65-12F7-4BF8-8C2F-4B891C07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3  Build, run, and compare with predictions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AF970-38E6-43CB-9791-3264FB8B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338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4  Add the check-in line; build and run again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71942-7057-4777-B7BF-EB5A5CEA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7DDC93"/>
                </a:solidFill>
                <a:latin typeface="Georgia"/>
                <a:ea typeface="Georgia"/>
                <a:cs typeface="Georgia"/>
              </a:rPr>
              <a:t>The instructor demonstrates; students explain each change.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81B0D-8714-4724-A827-533A07DE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INTRODUCTION TO C  •  10</a:t>
            </a:r>
          </a:p>
        </p:txBody>
      </p:sp>
    </p:spTree>
    <p:extLst>
      <p:ext uri="{BB962C8B-B14F-4D97-AF65-F5344CB8AC3E}">
        <p14:creationId xmlns:p14="http://schemas.microsoft.com/office/powerpoint/2010/main" val="2096581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DCCE5-2E80-49DD-A817-79334E21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Lab: build your own version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6351E-4F5C-4C70-85DF-A2490DEE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F55A47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55A47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55A47"/>
                </a:solidFill>
                <a:latin typeface="Menlo"/>
                <a:ea typeface="Menlo"/>
                <a:cs typeface="Menlo"/>
              </a:rPr>
              <a:t>LAB SESSION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3DD66-8156-456F-96F6-F3309EA1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Open lab/welcome_starter.c in VS 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D800B-B216-4B0B-A4CA-2195DBC5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813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7DDC93"/>
                </a:solidFill>
                <a:latin typeface="Menlo"/>
                <a:ea typeface="Menlo"/>
                <a:cs typeface="Menlo"/>
              </a:rPr>
              <a:t>Checkpoint 1  Predict, build, and run the starter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43054-CA60-424C-835D-AF7E5578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7DDC93"/>
                </a:solidFill>
                <a:latin typeface="Menlo"/>
                <a:ea typeface="Menlo"/>
                <a:cs typeface="Menlo"/>
              </a:rPr>
              <a:t>Checkpoint 2  Add two useful messages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DFE70-A78F-462C-82D2-707373C7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148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7DDC93"/>
                </a:solidFill>
                <a:latin typeface="Menlo"/>
                <a:ea typeface="Menlo"/>
                <a:cs typeface="Menlo"/>
              </a:rPr>
              <a:t>Checkpoint 3  Rebuild and compare the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DDB00-9090-4602-9E16-6E0E9BD2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INTRODUCTION TO C  •  11</a:t>
            </a:r>
          </a:p>
        </p:txBody>
      </p:sp>
    </p:spTree>
    <p:extLst>
      <p:ext uri="{BB962C8B-B14F-4D97-AF65-F5344CB8AC3E}">
        <p14:creationId xmlns:p14="http://schemas.microsoft.com/office/powerpoint/2010/main" val="11905629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B3763-C4AB-4F13-9D87-C180BC7F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Lab: change and explain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4D879-9699-4F2E-AAE8-EEB1A1C4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F55A47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55A47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55A47"/>
                </a:solidFill>
                <a:latin typeface="Menlo"/>
                <a:ea typeface="Menlo"/>
                <a:cs typeface="Menlo"/>
              </a:rPr>
              <a:t>LAB SESSION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B5232-DA55-41A1-B5B9-F04CEA3B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7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Remove \n from one message. Rebuild and run.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C8113-A98D-4BCC-A7A1-CF3C1DF2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813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F55A47"/>
                </a:solidFill>
                <a:latin typeface="Georgia"/>
                <a:ea typeface="Georgia"/>
                <a:cs typeface="Georgia"/>
              </a:rPr>
              <a:t>What changed in the output? Why?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B09E4-D43E-4E4C-A27E-547D8484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Restore \n; then add a message of your own.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2E039-06AB-47CB-AC5D-4AB390ED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INTRODUCTION TO C  •  12</a:t>
            </a:r>
          </a:p>
        </p:txBody>
      </p:sp>
    </p:spTree>
    <p:extLst>
      <p:ext uri="{BB962C8B-B14F-4D97-AF65-F5344CB8AC3E}">
        <p14:creationId xmlns:p14="http://schemas.microsoft.com/office/powerpoint/2010/main" val="14009620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0C1BB-A367-483E-9411-1A6ECEFC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Submit and explain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32CF3-7F05-44D6-B5F2-5B1C0394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F55A47"/>
                </a:solidFill>
                <a:latin typeface="Georgia"/>
                <a:ea typeface="Georgia"/>
                <a:cs typeface="Georgia"/>
              </a:rPr>
              <a:t>Individual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18792-6735-435D-ADA1-C6B3CDB6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4625"/>
            <a:ext cx="10382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•  Your completed .c file</a:t>
            </a:r>
          </a:p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•  A capture of the final output</a:t>
            </a:r>
          </a:p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•  One sentence explaining printf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F63F8-78CE-4A4A-98EC-55C89D31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8162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C8C8CC"/>
                </a:solidFill>
                <a:latin typeface="Georgia"/>
                <a:ea typeface="Georgia"/>
                <a:cs typeface="Georgia"/>
              </a:rPr>
              <a:t>Next: variables and data types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650B4-40EF-4F34-B576-8F05A793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95875"/>
            <a:ext cx="1790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3DDCB-BD03-4C49-9FCD-9747061ABF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cccd941034f8d"/>
          <a:stretch xmlns:a="http://schemas.openxmlformats.org/drawingml/2006/main"/>
        </p:blipFill>
        <p:spPr>
          <a:xfrm xmlns:a="http://schemas.openxmlformats.org/drawingml/2006/main">
            <a:off x="9912693" y="5181600"/>
            <a:ext cx="1586814" cy="876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3DF53-0303-4628-B8AE-B19B01A7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INTRODUCTION TO C  •  13</a:t>
            </a:r>
          </a:p>
        </p:txBody>
      </p:sp>
    </p:spTree>
    <p:extLst>
      <p:ext uri="{BB962C8B-B14F-4D97-AF65-F5344CB8AC3E}">
        <p14:creationId xmlns:p14="http://schemas.microsoft.com/office/powerpoint/2010/main" val="260096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2026-10-12T02:19:10.0950000Z</dcterms:created>
  <dcterms:modified xsi:type="dcterms:W3CDTF">2026-10-12T02:19:10.0950000Z</dcterms:modified>
</coreProperties>
</file>