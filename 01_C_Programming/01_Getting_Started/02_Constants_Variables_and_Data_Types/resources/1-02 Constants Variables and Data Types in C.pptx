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d2ad112f874e4d" /><Relationship Type="http://schemas.openxmlformats.org/officeDocument/2006/relationships/extended-properties" Target="/docProps/app.xml" Id="R5d115625488143b1" /><Relationship Type="http://schemas.openxmlformats.org/officeDocument/2006/relationships/officeDocument" Target="/ppt/presentation.xml" Id="Rc19fd57cdb024e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86f78461474cdb"/>
  </p:sldMasterIdLst>
  <p:notesMasterIdLst>
    <p:notesMasterId xmlns:r="http://schemas.openxmlformats.org/officeDocument/2006/relationships" r:id="Re6cec79335de4e64"/>
  </p:notesMasterIdLst>
  <p:sldIdLst>
    <p:sldId xmlns:r="http://schemas.openxmlformats.org/officeDocument/2006/relationships" id="256" r:id="R54e6e9112eaa43a8"/>
    <p:sldId xmlns:r="http://schemas.openxmlformats.org/officeDocument/2006/relationships" id="257" r:id="Rf2dc24f63596472c"/>
    <p:sldId xmlns:r="http://schemas.openxmlformats.org/officeDocument/2006/relationships" id="258" r:id="Ra0dd109b9d0e4f9c"/>
    <p:sldId xmlns:r="http://schemas.openxmlformats.org/officeDocument/2006/relationships" id="259" r:id="Rd3d7c39b020442f8"/>
    <p:sldId xmlns:r="http://schemas.openxmlformats.org/officeDocument/2006/relationships" id="260" r:id="R68db0154fd704ac6"/>
    <p:sldId xmlns:r="http://schemas.openxmlformats.org/officeDocument/2006/relationships" id="261" r:id="Rb35338cf913d41bc"/>
    <p:sldId xmlns:r="http://schemas.openxmlformats.org/officeDocument/2006/relationships" id="262" r:id="R82e7fcefa28644ab"/>
    <p:sldId xmlns:r="http://schemas.openxmlformats.org/officeDocument/2006/relationships" id="263" r:id="R5457562c06fd4ea4"/>
    <p:sldId xmlns:r="http://schemas.openxmlformats.org/officeDocument/2006/relationships" id="264" r:id="R8223a0ba2e324f5e"/>
    <p:sldId xmlns:r="http://schemas.openxmlformats.org/officeDocument/2006/relationships" id="265" r:id="R06251d0276304a30"/>
    <p:sldId xmlns:r="http://schemas.openxmlformats.org/officeDocument/2006/relationships" id="266" r:id="Rc9087647503343cc"/>
    <p:sldId xmlns:r="http://schemas.openxmlformats.org/officeDocument/2006/relationships" id="267" r:id="R15dcbf9ab7a8487d"/>
    <p:sldId xmlns:r="http://schemas.openxmlformats.org/officeDocument/2006/relationships" id="268" r:id="Rb343142ea25248b4"/>
    <p:sldId xmlns:r="http://schemas.openxmlformats.org/officeDocument/2006/relationships" id="269" r:id="Rb5987eb85ae64ddd"/>
    <p:sldId xmlns:r="http://schemas.openxmlformats.org/officeDocument/2006/relationships" id="270" r:id="R7e61c4695510408d"/>
    <p:sldId xmlns:r="http://schemas.openxmlformats.org/officeDocument/2006/relationships" id="271" r:id="Ra44105181dc6431a"/>
    <p:sldId xmlns:r="http://schemas.openxmlformats.org/officeDocument/2006/relationships" id="272" r:id="Rb977e1c144e441db"/>
    <p:sldId xmlns:r="http://schemas.openxmlformats.org/officeDocument/2006/relationships" id="273" r:id="Rd1b1844ede56457e"/>
    <p:sldId xmlns:r="http://schemas.openxmlformats.org/officeDocument/2006/relationships" id="274" r:id="Rda7813c945fe4df7"/>
    <p:sldId xmlns:r="http://schemas.openxmlformats.org/officeDocument/2006/relationships" id="275" r:id="R024877e2f1df4aa8"/>
    <p:sldId xmlns:r="http://schemas.openxmlformats.org/officeDocument/2006/relationships" id="276" r:id="Rd488653e4af040a7"/>
    <p:sldId xmlns:r="http://schemas.openxmlformats.org/officeDocument/2006/relationships" id="277" r:id="Rc39b37b2037c4530"/>
    <p:sldId xmlns:r="http://schemas.openxmlformats.org/officeDocument/2006/relationships" id="278" r:id="R1125a5d6c993488f"/>
    <p:sldId xmlns:r="http://schemas.openxmlformats.org/officeDocument/2006/relationships" id="279" r:id="Re71a94cc9ee54766"/>
    <p:sldId xmlns:r="http://schemas.openxmlformats.org/officeDocument/2006/relationships" id="280" r:id="R64a1c69c4d284dcb"/>
    <p:sldId xmlns:r="http://schemas.openxmlformats.org/officeDocument/2006/relationships" id="281" r:id="R23542f83c0a34e5e"/>
    <p:sldId xmlns:r="http://schemas.openxmlformats.org/officeDocument/2006/relationships" id="282" r:id="R004eaf85f5604c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2c6295029c44c7" /><Relationship Type="http://schemas.openxmlformats.org/officeDocument/2006/relationships/slideMaster" Target="/ppt/slideMasters/slideMaster1.xml" Id="R4486f78461474cdb" /><Relationship Type="http://schemas.openxmlformats.org/officeDocument/2006/relationships/notesMaster" Target="/ppt/notesMasters/notesMaster1.xml" Id="Re6cec79335de4e64" /><Relationship Type="http://schemas.openxmlformats.org/officeDocument/2006/relationships/presProps" Target="/ppt/presProps.xml" Id="R83c2fdfea3604931" /><Relationship Type="http://schemas.openxmlformats.org/officeDocument/2006/relationships/tableStyles" Target="/ppt/tableStyles.xml" Id="R147aab1f74dd41f0" /><Relationship Type="http://schemas.openxmlformats.org/officeDocument/2006/relationships/slide" Target="/ppt/slides/slide1.xml" Id="R54e6e9112eaa43a8" /><Relationship Type="http://schemas.openxmlformats.org/officeDocument/2006/relationships/slide" Target="/ppt/slides/slide2.xml" Id="Rf2dc24f63596472c" /><Relationship Type="http://schemas.openxmlformats.org/officeDocument/2006/relationships/slide" Target="/ppt/slides/slide3.xml" Id="Ra0dd109b9d0e4f9c" /><Relationship Type="http://schemas.openxmlformats.org/officeDocument/2006/relationships/slide" Target="/ppt/slides/slide4.xml" Id="Rd3d7c39b020442f8" /><Relationship Type="http://schemas.openxmlformats.org/officeDocument/2006/relationships/slide" Target="/ppt/slides/slide5.xml" Id="R68db0154fd704ac6" /><Relationship Type="http://schemas.openxmlformats.org/officeDocument/2006/relationships/slide" Target="/ppt/slides/slide6.xml" Id="Rb35338cf913d41bc" /><Relationship Type="http://schemas.openxmlformats.org/officeDocument/2006/relationships/slide" Target="/ppt/slides/slide7.xml" Id="R82e7fcefa28644ab" /><Relationship Type="http://schemas.openxmlformats.org/officeDocument/2006/relationships/slide" Target="/ppt/slides/slide8.xml" Id="R5457562c06fd4ea4" /><Relationship Type="http://schemas.openxmlformats.org/officeDocument/2006/relationships/slide" Target="/ppt/slides/slide9.xml" Id="R8223a0ba2e324f5e" /><Relationship Type="http://schemas.openxmlformats.org/officeDocument/2006/relationships/slide" Target="/ppt/slides/slide10.xml" Id="R06251d0276304a30" /><Relationship Type="http://schemas.openxmlformats.org/officeDocument/2006/relationships/slide" Target="/ppt/slides/slide11.xml" Id="Rc9087647503343cc" /><Relationship Type="http://schemas.openxmlformats.org/officeDocument/2006/relationships/slide" Target="/ppt/slides/slide12.xml" Id="R15dcbf9ab7a8487d" /><Relationship Type="http://schemas.openxmlformats.org/officeDocument/2006/relationships/slide" Target="/ppt/slides/slide13.xml" Id="Rb343142ea25248b4" /><Relationship Type="http://schemas.openxmlformats.org/officeDocument/2006/relationships/slide" Target="/ppt/slides/slide14.xml" Id="Rb5987eb85ae64ddd" /><Relationship Type="http://schemas.openxmlformats.org/officeDocument/2006/relationships/slide" Target="/ppt/slides/slide15.xml" Id="R7e61c4695510408d" /><Relationship Type="http://schemas.openxmlformats.org/officeDocument/2006/relationships/slide" Target="/ppt/slides/slide16.xml" Id="Ra44105181dc6431a" /><Relationship Type="http://schemas.openxmlformats.org/officeDocument/2006/relationships/slide" Target="/ppt/slides/slide17.xml" Id="Rb977e1c144e441db" /><Relationship Type="http://schemas.openxmlformats.org/officeDocument/2006/relationships/slide" Target="/ppt/slides/slide18.xml" Id="Rd1b1844ede56457e" /><Relationship Type="http://schemas.openxmlformats.org/officeDocument/2006/relationships/slide" Target="/ppt/slides/slide19.xml" Id="Rda7813c945fe4df7" /><Relationship Type="http://schemas.openxmlformats.org/officeDocument/2006/relationships/slide" Target="/ppt/slides/slide20.xml" Id="R024877e2f1df4aa8" /><Relationship Type="http://schemas.openxmlformats.org/officeDocument/2006/relationships/slide" Target="/ppt/slides/slide21.xml" Id="Rd488653e4af040a7" /><Relationship Type="http://schemas.openxmlformats.org/officeDocument/2006/relationships/slide" Target="/ppt/slides/slide22.xml" Id="Rc39b37b2037c4530" /><Relationship Type="http://schemas.openxmlformats.org/officeDocument/2006/relationships/slide" Target="/ppt/slides/slide23.xml" Id="R1125a5d6c993488f" /><Relationship Type="http://schemas.openxmlformats.org/officeDocument/2006/relationships/slide" Target="/ppt/slides/slide24.xml" Id="Re71a94cc9ee54766" /><Relationship Type="http://schemas.openxmlformats.org/officeDocument/2006/relationships/slide" Target="/ppt/slides/slide25.xml" Id="R64a1c69c4d284dcb" /><Relationship Type="http://schemas.openxmlformats.org/officeDocument/2006/relationships/slide" Target="/ppt/slides/slide26.xml" Id="R23542f83c0a34e5e" /><Relationship Type="http://schemas.openxmlformats.org/officeDocument/2006/relationships/slide" Target="/ppt/slides/slide27.xml" Id="R004eaf85f5604c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c59e6b40d044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d8d1e3920e413b" /><Relationship Type="http://schemas.openxmlformats.org/officeDocument/2006/relationships/notesMaster" Target="/ppt/notesMasters/notesMaster1.xml" Id="Rc5890f7f873d4f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a9ea3c32c54eda" /><Relationship Type="http://schemas.openxmlformats.org/officeDocument/2006/relationships/notesMaster" Target="/ppt/notesMasters/notesMaster1.xml" Id="Red517fc0f19848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3409a1a56e4d52" /><Relationship Type="http://schemas.openxmlformats.org/officeDocument/2006/relationships/notesMaster" Target="/ppt/notesMasters/notesMaster1.xml" Id="R690d7fd29f2645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63d8e830cf4177" /><Relationship Type="http://schemas.openxmlformats.org/officeDocument/2006/relationships/notesMaster" Target="/ppt/notesMasters/notesMaster1.xml" Id="Ra48d306e151d48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168bbc882d4223" /><Relationship Type="http://schemas.openxmlformats.org/officeDocument/2006/relationships/notesMaster" Target="/ppt/notesMasters/notesMaster1.xml" Id="R79c38db96cff4a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55d4a94fcc40d4" /><Relationship Type="http://schemas.openxmlformats.org/officeDocument/2006/relationships/notesMaster" Target="/ppt/notesMasters/notesMaster1.xml" Id="R193df1d8ff5044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bb41b87126444f" /><Relationship Type="http://schemas.openxmlformats.org/officeDocument/2006/relationships/notesMaster" Target="/ppt/notesMasters/notesMaster1.xml" Id="Rcc3d217963c44d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a7f2ea3c5d495b" /><Relationship Type="http://schemas.openxmlformats.org/officeDocument/2006/relationships/notesMaster" Target="/ppt/notesMasters/notesMaster1.xml" Id="R807931fdd98c40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08a8e5ba5d4e6b" /><Relationship Type="http://schemas.openxmlformats.org/officeDocument/2006/relationships/notesMaster" Target="/ppt/notesMasters/notesMaster1.xml" Id="Rd40d7d3473af41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909922843c4949" /><Relationship Type="http://schemas.openxmlformats.org/officeDocument/2006/relationships/notesMaster" Target="/ppt/notesMasters/notesMaster1.xml" Id="R5191256439454a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a25bda5204422c" /><Relationship Type="http://schemas.openxmlformats.org/officeDocument/2006/relationships/notesMaster" Target="/ppt/notesMasters/notesMaster1.xml" Id="R531f9e59beef46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41272dba6a45f7" /><Relationship Type="http://schemas.openxmlformats.org/officeDocument/2006/relationships/notesMaster" Target="/ppt/notesMasters/notesMaster1.xml" Id="Rffd2e1af26c44b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5be012eb654cc8" /><Relationship Type="http://schemas.openxmlformats.org/officeDocument/2006/relationships/notesMaster" Target="/ppt/notesMasters/notesMaster1.xml" Id="R1108886e326e4c5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33f66fb2fe4506" /><Relationship Type="http://schemas.openxmlformats.org/officeDocument/2006/relationships/notesMaster" Target="/ppt/notesMasters/notesMaster1.xml" Id="Ra398805f84de4cf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233bcf37e14371" /><Relationship Type="http://schemas.openxmlformats.org/officeDocument/2006/relationships/notesMaster" Target="/ppt/notesMasters/notesMaster1.xml" Id="R5c68be418ef349a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07de57bf19d4048" /><Relationship Type="http://schemas.openxmlformats.org/officeDocument/2006/relationships/notesMaster" Target="/ppt/notesMasters/notesMaster1.xml" Id="R821fcedbc0a84c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436b21c8ede4c58" /><Relationship Type="http://schemas.openxmlformats.org/officeDocument/2006/relationships/notesMaster" Target="/ppt/notesMasters/notesMaster1.xml" Id="R12c67d4893554cd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f13c35c095549a4" /><Relationship Type="http://schemas.openxmlformats.org/officeDocument/2006/relationships/notesMaster" Target="/ppt/notesMasters/notesMaster1.xml" Id="R3242601c8b214c7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34f6dbbb0e8479a" /><Relationship Type="http://schemas.openxmlformats.org/officeDocument/2006/relationships/notesMaster" Target="/ppt/notesMasters/notesMaster1.xml" Id="Rbd3be658547b41e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6ea9a36be014464" /><Relationship Type="http://schemas.openxmlformats.org/officeDocument/2006/relationships/notesMaster" Target="/ppt/notesMasters/notesMaster1.xml" Id="R8f40b2faa4504ac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5c2822f275d462b" /><Relationship Type="http://schemas.openxmlformats.org/officeDocument/2006/relationships/notesMaster" Target="/ppt/notesMasters/notesMaster1.xml" Id="R3876e9a3bdd9435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1e9a3fd3b34994" /><Relationship Type="http://schemas.openxmlformats.org/officeDocument/2006/relationships/notesMaster" Target="/ppt/notesMasters/notesMaster1.xml" Id="Re49253a3fb7748e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ea29648252e4fb7" /><Relationship Type="http://schemas.openxmlformats.org/officeDocument/2006/relationships/notesMaster" Target="/ppt/notesMasters/notesMaster1.xml" Id="R722b05a16bdc4fd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fbbc9e08e4c47d6" /><Relationship Type="http://schemas.openxmlformats.org/officeDocument/2006/relationships/notesMaster" Target="/ppt/notesMasters/notesMaster1.xml" Id="R5772aa7549f1413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692817e2402452b" /><Relationship Type="http://schemas.openxmlformats.org/officeDocument/2006/relationships/notesMaster" Target="/ppt/notesMasters/notesMaster1.xml" Id="Rdafff0ffe601450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e6a89d3099f4e64" /><Relationship Type="http://schemas.openxmlformats.org/officeDocument/2006/relationships/notesMaster" Target="/ppt/notesMasters/notesMaster1.xml" Id="R71982082e3454d5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b3e87e03c694945" /><Relationship Type="http://schemas.openxmlformats.org/officeDocument/2006/relationships/notesMaster" Target="/ppt/notesMasters/notesMaster1.xml" Id="Rc7e4002c2c014c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823c3d2b5446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09423330ff48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a0364ea1c148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7ac3d9c6545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17bde4eca546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d93a27abaa4c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4E59DB-8624-4D69-8888-3F8B5054D1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EFCDAEE-4EFB-4062-8248-91AAF08916C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6461F2D-7652-4A86-8C8D-8B1E100B12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EFCAF9-4FCB-433E-88FC-8DC4E902AD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01D6F51-3B48-4053-B9CB-691F66EF16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47B9A4C-8D56-4F1F-8694-A704050E23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16D1A9-B1FC-4252-B499-4897D320C4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0FCC863-FD07-411E-B261-07FEC77F53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BD8537-9E06-4DF3-BCFA-D9890B3939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8164C0-CF64-4DF2-81B1-94F3D1E45E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61661444a647ac" /><Relationship Type="http://schemas.openxmlformats.org/officeDocument/2006/relationships/slideLayout" Target="/ppt/slideLayouts/slideLayout1.xml" Id="R50ad85ac120d4794" /><Relationship Type="http://schemas.openxmlformats.org/officeDocument/2006/relationships/slideLayout" Target="/ppt/slideLayouts/slideLayout2.xml" Id="R0098084694b84750" /><Relationship Type="http://schemas.openxmlformats.org/officeDocument/2006/relationships/slideLayout" Target="/ppt/slideLayouts/slideLayout3.xml" Id="Rd3232b6cd6b04926" /><Relationship Type="http://schemas.openxmlformats.org/officeDocument/2006/relationships/slideLayout" Target="/ppt/slideLayouts/slideLayout4.xml" Id="R3bad94b88bde4b36" /><Relationship Type="http://schemas.openxmlformats.org/officeDocument/2006/relationships/slideLayout" Target="/ppt/slideLayouts/slideLayout5.xml" Id="Rc937d2c8450a4b07" /><Relationship Type="http://schemas.openxmlformats.org/officeDocument/2006/relationships/slideLayout" Target="/ppt/slideLayouts/slideLayout6.xml" Id="R9525a36824bc47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ad85ac120d4794"/>
    <p:sldLayoutId xmlns:r="http://schemas.openxmlformats.org/officeDocument/2006/relationships" id="2147483650" r:id="R0098084694b84750"/>
    <p:sldLayoutId xmlns:r="http://schemas.openxmlformats.org/officeDocument/2006/relationships" id="2147483651" r:id="Rd3232b6cd6b04926"/>
    <p:sldLayoutId xmlns:r="http://schemas.openxmlformats.org/officeDocument/2006/relationships" id="2147483652" r:id="R3bad94b88bde4b36"/>
    <p:sldLayoutId xmlns:r="http://schemas.openxmlformats.org/officeDocument/2006/relationships" id="2147483653" r:id="Rc937d2c8450a4b07"/>
    <p:sldLayoutId xmlns:r="http://schemas.openxmlformats.org/officeDocument/2006/relationships" id="2147483654" r:id="R9525a36824bc47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0019058a384344" /><Relationship Type="http://schemas.openxmlformats.org/officeDocument/2006/relationships/image" Target="/ppt/media/image.png" Id="R7e1dbfe8956442e1" /><Relationship Type="http://schemas.openxmlformats.org/officeDocument/2006/relationships/notesSlide" Target="/ppt/notesSlides/notesSlide1.xml" Id="Rc157fa21845f47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694435eab240d7" /><Relationship Type="http://schemas.openxmlformats.org/officeDocument/2006/relationships/notesSlide" Target="/ppt/notesSlides/notesSlide2.xml" Id="Rca5afa8cdd6e44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66faead4984180" /><Relationship Type="http://schemas.openxmlformats.org/officeDocument/2006/relationships/notesSlide" Target="/ppt/notesSlides/notesSlide3.xml" Id="R798bc3ba02d94c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3be4230bbf455d" /><Relationship Type="http://schemas.openxmlformats.org/officeDocument/2006/relationships/notesSlide" Target="/ppt/notesSlides/notesSlide4.xml" Id="R62f3b9f5626844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09a638563e4e0f" /><Relationship Type="http://schemas.openxmlformats.org/officeDocument/2006/relationships/notesSlide" Target="/ppt/notesSlides/notesSlide5.xml" Id="R76bf11aa8d6342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4910a0d8854da7" /><Relationship Type="http://schemas.openxmlformats.org/officeDocument/2006/relationships/notesSlide" Target="/ppt/notesSlides/notesSlide6.xml" Id="Re37d4cf593ed4e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59c2a504814181" /><Relationship Type="http://schemas.openxmlformats.org/officeDocument/2006/relationships/notesSlide" Target="/ppt/notesSlides/notesSlide7.xml" Id="R93bba78bd9874d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f3497cd5634033" /><Relationship Type="http://schemas.openxmlformats.org/officeDocument/2006/relationships/notesSlide" Target="/ppt/notesSlides/notesSlide8.xml" Id="R26771cd134f04b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0f322d76a84b63" /><Relationship Type="http://schemas.openxmlformats.org/officeDocument/2006/relationships/notesSlide" Target="/ppt/notesSlides/notesSlide9.xml" Id="Rb0bde6bfabee49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92f0cf7e9c477a" /><Relationship Type="http://schemas.openxmlformats.org/officeDocument/2006/relationships/notesSlide" Target="/ppt/notesSlides/notesSlide10.xml" Id="R2fbdb1c87e904b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fa43f1a4904eb4" /><Relationship Type="http://schemas.openxmlformats.org/officeDocument/2006/relationships/notesSlide" Target="/ppt/notesSlides/notesSlide11.xml" Id="Rfa93489ff3e940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26ec942ed6407e" /><Relationship Type="http://schemas.openxmlformats.org/officeDocument/2006/relationships/notesSlide" Target="/ppt/notesSlides/notesSlide12.xml" Id="R3826e06001e646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f3313cc8214ca2" /><Relationship Type="http://schemas.openxmlformats.org/officeDocument/2006/relationships/notesSlide" Target="/ppt/notesSlides/notesSlide13.xml" Id="Ra158657855cf4a5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4bad0826264ff6" /><Relationship Type="http://schemas.openxmlformats.org/officeDocument/2006/relationships/notesSlide" Target="/ppt/notesSlides/notesSlide14.xml" Id="R5c605376063345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c3292dc8f14671" /><Relationship Type="http://schemas.openxmlformats.org/officeDocument/2006/relationships/notesSlide" Target="/ppt/notesSlides/notesSlide15.xml" Id="Rb433117f84774c2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7e0fc02a034c96" /><Relationship Type="http://schemas.openxmlformats.org/officeDocument/2006/relationships/notesSlide" Target="/ppt/notesSlides/notesSlide16.xml" Id="R987be99952d5448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27c041cabf49e0" /><Relationship Type="http://schemas.openxmlformats.org/officeDocument/2006/relationships/notesSlide" Target="/ppt/notesSlides/notesSlide17.xml" Id="Rbd32d06bb90f4b5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82a429fa174c75" /><Relationship Type="http://schemas.openxmlformats.org/officeDocument/2006/relationships/notesSlide" Target="/ppt/notesSlides/notesSlide18.xml" Id="R6be80bcf4ca346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44f45ee0f245f4" /><Relationship Type="http://schemas.openxmlformats.org/officeDocument/2006/relationships/notesSlide" Target="/ppt/notesSlides/notesSlide19.xml" Id="R81e2bc235ac8443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779c60be4f45c6" /><Relationship Type="http://schemas.openxmlformats.org/officeDocument/2006/relationships/notesSlide" Target="/ppt/notesSlides/notesSlide20.xml" Id="Ra5b50ac9d95f41a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af274babfa497a" /><Relationship Type="http://schemas.openxmlformats.org/officeDocument/2006/relationships/notesSlide" Target="/ppt/notesSlides/notesSlide21.xml" Id="R01067c3944a64ea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a0fdec72b24943" /><Relationship Type="http://schemas.openxmlformats.org/officeDocument/2006/relationships/notesSlide" Target="/ppt/notesSlides/notesSlide22.xml" Id="R4e296bdce79940f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1ffd2bac6d4664" /><Relationship Type="http://schemas.openxmlformats.org/officeDocument/2006/relationships/notesSlide" Target="/ppt/notesSlides/notesSlide23.xml" Id="Rd1e13c6c569a4f0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745510bcd3426e" /><Relationship Type="http://schemas.openxmlformats.org/officeDocument/2006/relationships/notesSlide" Target="/ppt/notesSlides/notesSlide24.xml" Id="R9d76dad0f7bb47d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8445f89e93449b" /><Relationship Type="http://schemas.openxmlformats.org/officeDocument/2006/relationships/notesSlide" Target="/ppt/notesSlides/notesSlide25.xml" Id="R0f05cd6d34cc4c4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6a87758d2147fc" /><Relationship Type="http://schemas.openxmlformats.org/officeDocument/2006/relationships/notesSlide" Target="/ppt/notesSlides/notesSlide26.xml" Id="Rd8b6325234dc4d3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7dabcdcbac49ff" /><Relationship Type="http://schemas.openxmlformats.org/officeDocument/2006/relationships/image" Target="/ppt/media/image2.png" Id="R1de20fd238b74daf" /><Relationship Type="http://schemas.openxmlformats.org/officeDocument/2006/relationships/notesSlide" Target="/ppt/notesSlides/notesSlide27.xml" Id="Rd46e5b0a8d6e4a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FA28BD-85BC-45D8-814E-C9CD90FE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D57A0-D0EB-45AD-BAD7-24AA64FE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62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pPr>
            <a:r>
              <a:rPr sz="2625" b="0">
                <a:solidFill>
                  <a:srgbClr val="C8C8CC"/>
                </a:solidFill>
                <a:latin typeface="Georgia"/>
                <a:ea typeface="Georgia"/>
                <a:cs typeface="Georgia"/>
              </a:rPr>
              <a:t>Unit II • Lesson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62573-9330-412D-9F97-F458C85D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14625"/>
            <a:ext cx="895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42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Constants, Variables,</a:t>
            </a:r>
          </a:p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42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and Data Types in 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0A516-8D53-4D15-B887-4AB94F31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Professor Dr. C. Rajesh Babu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3CE64-F754-4CA4-B30A-403C0557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666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00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C8C8CC"/>
                </a:solidFill>
                <a:latin typeface="Georgia"/>
                <a:ea typeface="Georgia"/>
                <a:cs typeface="Georgia"/>
              </a:rPr>
              <a:t>Woxsen University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129DE-22BE-4F11-8A3E-6A44EEFC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714375"/>
            <a:ext cx="21907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E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2C17B-60CD-44B5-BE04-5A94069FDD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1dbfe8956442e1"/>
          <a:stretch xmlns:a="http://schemas.openxmlformats.org/drawingml/2006/main"/>
        </p:blipFill>
        <p:spPr>
          <a:xfrm xmlns:a="http://schemas.openxmlformats.org/drawingml/2006/main">
            <a:off x="9525000" y="805005"/>
            <a:ext cx="2000250" cy="110461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2919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A1D03-C645-4716-B2A9-C6F26249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campus walk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95E8B-E455-4EB9-B43B-DF821C6A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1E8E4-2826-4EAE-BAF7-84B4F1AF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85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85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Main Gate →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082F1-7AEC-46C7-9531-9439D864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622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62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62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Show the route, current progress, and arrival status.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7CB162-FF3A-41D7-89E9-1E41E139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0572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7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77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775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What stays fixed? What changes as the student walks?</a:t>
            </a:r>
          </a:p>
        </p:txBody>
      </p:sp>
    </p:spTree>
    <p:extLst>
      <p:ext uri="{BB962C8B-B14F-4D97-AF65-F5344CB8AC3E}">
        <p14:creationId xmlns:p14="http://schemas.microsoft.com/office/powerpoint/2010/main" val="5222592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767D5A-DBB3-4AFB-805F-81EA5709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Values on the route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73842-B350-4DF1-BFD9-4FBFD6BD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70A1B6-F6C9-46C3-89DC-79502E55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Start: Main 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03350A-D00C-4C77-8858-47CCB43C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0975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Current: 250 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DCEC3-F6B4-412E-8D11-4A66FA46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8097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Destination: Library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3C943-2D93-4B36-9B21-93E92D49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95625"/>
            <a:ext cx="9906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88369-E5FD-4FFE-9B6A-DF2A333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3095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23222-D6ED-49CF-8883-DC1DAAED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5242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 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D68F3-D08D-4825-9412-EC7B9DA6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52425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250 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6CA53-8350-46D1-8198-BF271754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524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800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5930D-4E09-493D-AA51-64EF17D8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Walked 250 m    •    Remaining 550 m</a:t>
            </a:r>
          </a:p>
        </p:txBody>
      </p:sp>
    </p:spTree>
    <p:extLst>
      <p:ext uri="{BB962C8B-B14F-4D97-AF65-F5344CB8AC3E}">
        <p14:creationId xmlns:p14="http://schemas.microsoft.com/office/powerpoint/2010/main" val="157010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29E406-0CCA-4F8C-88B8-B33FC5F3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Constant or variable?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5B502-AAC3-4893-9D87-5DD41C55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AA241-8EE9-448F-A0E5-F4E1AB8A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Fixed during this route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D73DA6-4967-4CB9-9A7D-1A5785F2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4857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start • destination • route length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CBB46-C45A-434D-A643-AD62E754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952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Changes as we walk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0AD65-7A11-4A4A-86C7-7DFAC60E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647950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metres walked • arrival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E3EBC-CC16-46EA-B819-864B96A7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7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pPr>
            <a:r>
              <a:rPr sz="2475" b="0">
                <a:solidFill>
                  <a:srgbClr val="C8C8CC"/>
                </a:solidFill>
                <a:latin typeface="Georgia"/>
                <a:ea typeface="Georgia"/>
                <a:cs typeface="Georgia"/>
              </a:rPr>
              <a:t>Choose based on the role of the value in this program.</a:t>
            </a:r>
          </a:p>
        </p:txBody>
      </p:sp>
    </p:spTree>
    <p:extLst>
      <p:ext uri="{BB962C8B-B14F-4D97-AF65-F5344CB8AC3E}">
        <p14:creationId xmlns:p14="http://schemas.microsoft.com/office/powerpoint/2010/main" val="7024932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A82CC-C97E-434A-B3AC-2DC203A1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constant in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09DFF8-186A-4FEA-9D47-42053BD0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3FED9-CA74-464A-AAA5-D0BEE5B8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0953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3A750-B87B-4259-B0CA-670B45D3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90775"/>
            <a:ext cx="104775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const int route_meters = 800;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printf("Route length: %d m\n", route_meters);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C4F61-0EB6-4B8D-BE90-48808E53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Output: Route length: 800 m</a:t>
            </a:r>
          </a:p>
        </p:txBody>
      </p:sp>
    </p:spTree>
    <p:extLst>
      <p:ext uri="{BB962C8B-B14F-4D97-AF65-F5344CB8AC3E}">
        <p14:creationId xmlns:p14="http://schemas.microsoft.com/office/powerpoint/2010/main" val="5574922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3AB1A-781D-4957-935E-3998A931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Test the constant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9ADD1-5783-4B46-BFBE-D9F62552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279B9-DE14-4794-9173-856F646B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33625"/>
            <a:ext cx="1095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4F7D4-6F7E-4141-B90C-50199F6A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86025"/>
            <a:ext cx="1047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const int route_meters = 800;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route_meters = 900;  /* compiler diagnostic */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BDA3B-49EA-4A4D-BF51-B5F04A00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6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625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Question: Which value actually changes during the walk?</a:t>
            </a:r>
          </a:p>
        </p:txBody>
      </p:sp>
    </p:spTree>
    <p:extLst>
      <p:ext uri="{BB962C8B-B14F-4D97-AF65-F5344CB8AC3E}">
        <p14:creationId xmlns:p14="http://schemas.microsoft.com/office/powerpoint/2010/main" val="1082880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873CC-2880-449F-8E37-EDCDB84C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variable in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7F249-9BD9-4A10-B5B0-CA5A5A1B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A2377-F587-4CC2-BB4B-372DEB55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1095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B5261-EA31-4B85-B135-8BA0FD3A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105025"/>
            <a:ext cx="10477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meters_walked = 0;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printf("%d m walked\n", meters_walked);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meters_walked = 250;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printf("%d m walked\n", meters_walked);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E6065-2913-45DB-B267-10F75DC5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0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A variable can receive a new value of a suitable type.</a:t>
            </a:r>
          </a:p>
        </p:txBody>
      </p:sp>
    </p:spTree>
    <p:extLst>
      <p:ext uri="{BB962C8B-B14F-4D97-AF65-F5344CB8AC3E}">
        <p14:creationId xmlns:p14="http://schemas.microsoft.com/office/powerpoint/2010/main" val="19981517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290F53-D566-482B-A768-B163489C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Predict the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BA7A5-A9EF-466B-A42E-59C2502D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35F220-7541-4FF2-BAB7-D0FBB66C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1095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C29989-7830-49FA-9301-787D4091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105025"/>
            <a:ext cx="10477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meters_walked = 0;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printf("%d m walked\n", meters_walked);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meters_walked = 250;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printf("%d m walked\n", meters_walked);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781EC-1E0C-42E6-915F-FEF93A0E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053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Write both output lines before running.</a:t>
            </a:r>
          </a:p>
        </p:txBody>
      </p:sp>
    </p:spTree>
    <p:extLst>
      <p:ext uri="{BB962C8B-B14F-4D97-AF65-F5344CB8AC3E}">
        <p14:creationId xmlns:p14="http://schemas.microsoft.com/office/powerpoint/2010/main" val="13708968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157625-4FB9-4A6F-94FE-95FB4441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Choose: const or variable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71343-1D5B-4577-891A-BC51F2DE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CA9046-5ABF-40F6-A812-279D92C1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4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   destination   route_meters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8CC13-DCDD-4779-8A39-B77A6327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4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meters_walked   arrived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067A24-C16C-435E-90C3-A7A040D4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96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6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625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For each: Will this program update it during one route?</a:t>
            </a:r>
          </a:p>
        </p:txBody>
      </p:sp>
    </p:spTree>
    <p:extLst>
      <p:ext uri="{BB962C8B-B14F-4D97-AF65-F5344CB8AC3E}">
        <p14:creationId xmlns:p14="http://schemas.microsoft.com/office/powerpoint/2010/main" val="13601996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D0009-7157-4DBE-A5FB-7C71BE16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Naming rules in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151E0B-7727-45B5-9143-7E85C0B1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52D819-8FF8-49A7-84E8-3D5D1AF9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10953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FAD12-3DB1-4DF1-BF2C-F26F8FCC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43150"/>
            <a:ext cx="10477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meters_walked = 250;   /* valid */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2meters = 250;        /* invalid */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meters-walked = 250;  /* invalid */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07D5F-8878-4561-A4D3-782D3CD8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577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Letters, digits, underscores; do not start with a digit.</a:t>
            </a:r>
          </a:p>
        </p:txBody>
      </p:sp>
    </p:spTree>
    <p:extLst>
      <p:ext uri="{BB962C8B-B14F-4D97-AF65-F5344CB8AC3E}">
        <p14:creationId xmlns:p14="http://schemas.microsoft.com/office/powerpoint/2010/main" val="4382815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F599D-0C84-4437-8A51-48E2434D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Names that explain the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99061-0426-462B-9971-55E4C8D8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52AF7F-BF61-41A8-A731-32A73958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625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2625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69595-68D0-44E7-8B67-B651EFD6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383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6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6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distance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F8800-D86E-4F29-A928-69AF2021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1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625" b="1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625" b="1">
                <a:solidFill>
                  <a:srgbClr val="7DDC93"/>
                </a:solidFill>
                <a:latin typeface="Menlo"/>
                <a:ea typeface="Menlo"/>
                <a:cs typeface="Menlo"/>
              </a:rPr>
              <a:t>meters_walked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5B704-8D41-49BD-A2E4-99348BCD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1057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Prefer a clear name; include a unit when it prevents confusion.</a:t>
            </a:r>
          </a:p>
        </p:txBody>
      </p:sp>
    </p:spTree>
    <p:extLst>
      <p:ext uri="{BB962C8B-B14F-4D97-AF65-F5344CB8AC3E}">
        <p14:creationId xmlns:p14="http://schemas.microsoft.com/office/powerpoint/2010/main" val="2098834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156504-71FC-4050-8BF8-F02CB52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Comments explain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61606-98EC-4131-852F-10C138F7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290CD-7AA2-46E4-BC05-EFEA2DDB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09537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2F784-282E-45EF-AF67-36C40619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00275"/>
            <a:ext cx="10477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/* Fixed for this route session. */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const int route_meters = 800;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// Progress changes as the student walks.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meters_walked = 250;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38950-246F-4388-9864-EFCCC99F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175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Explain a reason the code cannot express by its name alone.</a:t>
            </a:r>
          </a:p>
        </p:txBody>
      </p:sp>
    </p:spTree>
    <p:extLst>
      <p:ext uri="{BB962C8B-B14F-4D97-AF65-F5344CB8AC3E}">
        <p14:creationId xmlns:p14="http://schemas.microsoft.com/office/powerpoint/2010/main" val="5455581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CC6056-C066-4535-8CBF-F40CD5D1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Which C type fits?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980F1-D3FA-407F-B360-F11109DA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A04AFA-E142-4865-A3EB-E2007E24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812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800 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3C6A4-BDD6-4794-B474-4231DF3D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9812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1F957-03FA-423F-8023-223C333C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31.25%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0FD34-9D48-4567-98E4-BC0F5843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4795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double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CC523-B372-4CEB-8CA2-A5FEEFEC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47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'A'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064B5-DC75-4845-AD80-A1BD5777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char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546FB-F437-4F70-9890-0A25E075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814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true / false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78DCC-E62A-4B27-8AAB-C5AADB86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98145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bool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3802B-78EE-416F-8078-F8D0D783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482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"Library"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FD2FC9-C3FA-4C43-AD8C-E0730D6C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6482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char[]</a:t>
            </a:r>
          </a:p>
        </p:txBody>
      </p:sp>
    </p:spTree>
    <p:extLst>
      <p:ext uri="{BB962C8B-B14F-4D97-AF65-F5344CB8AC3E}">
        <p14:creationId xmlns:p14="http://schemas.microsoft.com/office/powerpoint/2010/main" val="6822269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6C783-EEDC-407E-8619-874687BE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Whole numbers: 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96118-C3B9-4108-82BD-087B6159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8AE-D400-4A35-9D68-D417FDBE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10953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61F53-B1AD-4760-B133-F0500FA9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95525"/>
            <a:ext cx="10477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const int route_meters = 800;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meters_walked = 250;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printf("%d of %d m\n", meters_walked, route_meters);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45C6E-07F1-4A9D-A9E4-7EB75C86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0537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Output: 250 of 800 m</a:t>
            </a:r>
          </a:p>
        </p:txBody>
      </p:sp>
    </p:spTree>
    <p:extLst>
      <p:ext uri="{BB962C8B-B14F-4D97-AF65-F5344CB8AC3E}">
        <p14:creationId xmlns:p14="http://schemas.microsoft.com/office/powerpoint/2010/main" val="1298642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CEEB7-4A63-439B-93C4-A7776A64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Decimal numbers: double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66A6C-FFFF-4A9E-8BFF-9CC5B1E8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6B50E-99EC-4120-BA8B-3949A3D9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0"/>
            <a:ext cx="10953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3C287-5FE6-40AB-8E98-8F07990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38400"/>
            <a:ext cx="10477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double kilometers_walked = 0.25;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printf("Walked: %.2f km\n", kilometers_walked);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E74D40-AAA8-42A7-AF3A-BE297B3F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Output: Walked: 0.25 km</a:t>
            </a:r>
          </a:p>
        </p:txBody>
      </p:sp>
    </p:spTree>
    <p:extLst>
      <p:ext uri="{BB962C8B-B14F-4D97-AF65-F5344CB8AC3E}">
        <p14:creationId xmlns:p14="http://schemas.microsoft.com/office/powerpoint/2010/main" val="9192609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842EC-1D4F-4255-B872-6CC2AB9D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One character: char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92E6D-0A49-40FD-9E61-1FD4452D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170F2-C43D-4DB4-B3A7-D85A01CF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33625"/>
            <a:ext cx="10953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8B2B3-DFCF-445B-9FCA-CFA6BB2A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86025"/>
            <a:ext cx="1047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char route_code = 'A';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printf("Route %c\n", route_code);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89DFB-9C74-4FFE-9055-1437BC3A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962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Output: Route A</a:t>
            </a:r>
          </a:p>
        </p:txBody>
      </p:sp>
    </p:spTree>
    <p:extLst>
      <p:ext uri="{BB962C8B-B14F-4D97-AF65-F5344CB8AC3E}">
        <p14:creationId xmlns:p14="http://schemas.microsoft.com/office/powerpoint/2010/main" val="18557246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C83D5-0A86-42CF-A823-DA5F10FA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Text: a char array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E1CE8-1DF3-4457-813D-836E37D7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021B6-4697-4204-BF49-F82F975B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0"/>
            <a:ext cx="10953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CC0E0-706C-4AD3-ADEE-1D1D2A13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38400"/>
            <a:ext cx="104775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const char destination[] = "Library";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printf("Destination: %s\n", destination);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B9FA0-9AF7-4B6B-8E8B-0C6DDD5E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96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Text in C needs several characters, not one char.</a:t>
            </a:r>
          </a:p>
        </p:txBody>
      </p:sp>
    </p:spTree>
    <p:extLst>
      <p:ext uri="{BB962C8B-B14F-4D97-AF65-F5344CB8AC3E}">
        <p14:creationId xmlns:p14="http://schemas.microsoft.com/office/powerpoint/2010/main" val="179790719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EE8C8-F810-466F-A153-F05DBA70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True or false: bool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609430-3D43-4358-AC37-4DDC7B86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E2A46-5344-4FC3-8438-F409CDDD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0953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3C0C9-3F95-4470-8D35-041CEC4D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152650"/>
            <a:ext cx="104775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#include &lt;stdbool.h&gt;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bool arrived = false;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printf("Arrived: %s\n", arrived ? "yes" : "no");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681B14-5170-4DCA-A556-0B759F90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0537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Output: Arrived: no</a:t>
            </a:r>
          </a:p>
        </p:txBody>
      </p:sp>
    </p:spTree>
    <p:extLst>
      <p:ext uri="{BB962C8B-B14F-4D97-AF65-F5344CB8AC3E}">
        <p14:creationId xmlns:p14="http://schemas.microsoft.com/office/powerpoint/2010/main" val="12780699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BAF1F0-013B-43C0-8EBB-1A9FE1B8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How printf reads % codes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79E6C-FC7C-4E09-99E1-D244B6C4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725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The % starts a format instruction. The final letter tells printf what kind of value to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371DF1-E40B-48A6-A255-F307EEF8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2880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275" b="1">
                <a:solidFill>
                  <a:srgbClr val="77E6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77E69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7E694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FBAB9-036A-462B-9A76-AB1BF89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28800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275" b="1">
                <a:solidFill>
                  <a:srgbClr val="77E6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77E69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7E694"/>
                </a:solidFill>
                <a:latin typeface="Arial"/>
                <a:ea typeface="Arial"/>
                <a:cs typeface="Arial"/>
              </a:rPr>
              <a:t>USE WITH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6886A-6F56-4DC2-8BCF-6B45E948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2880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275" b="1">
                <a:solidFill>
                  <a:srgbClr val="77E6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77E69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7E694"/>
                </a:solidFill>
                <a:latin typeface="Arial"/>
                <a:ea typeface="Arial"/>
                <a:cs typeface="Arial"/>
              </a:rPr>
              <a:t>DISPLAYS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7FDDF-B02A-4F14-B6B7-2BE8FD0F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8096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92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A464D-A0F9-498A-AB9D-E6547BE8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526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rPr>
              <a:t>%d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716B56-9C8B-469D-953E-09ABACD4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526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654E48-8E44-4954-B7B6-2AA92D71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526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42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E45F0-EFDB-428E-A110-8A13B632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81275"/>
            <a:ext cx="8096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1E2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74205A-BEE4-4F31-8D4D-AE4125F3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rPr>
              <a:t>%c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45C77-DACF-43F6-A2E0-E2A236F2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60032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character (char)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28942-C807-415B-B4FE-D41552FC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003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2B043B-CE7D-47ED-B792-5B8ADA18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8096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92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560067-E7A1-4B64-84F5-2782C7F2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480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rPr>
              <a:t>%s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9FE3FA-8892-4D4C-98E7-0C170FFB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480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text (C string)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5697EC-CC95-4A77-94ED-DC2F42C3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480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Library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1A4E8-CA85-4EE0-8275-CB2CC286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8096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1E2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A14FFD-EB3E-46BB-A235-2992A02B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49567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rPr>
              <a:t>%f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5BB450-91EF-493C-912F-80289A33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49567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decimal (double)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02D93D-367B-424B-95C1-ADB089A3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31.250000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67C954-3F9A-4A78-9747-1A3354FA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8096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92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939A89-6B45-418C-A22E-1F23624E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rPr>
              <a:t>%.2f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2FCC82-1462-4CE5-BB3D-B6D4ACD9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433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double, 2 decimal places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504A8-A3C4-4391-BE53-53D8C7AF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43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31.25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149A6B-2357-4680-A37F-0A3832FC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71975"/>
            <a:ext cx="8096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1E2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140CF5-7C8E-4D11-89F9-6BE3D87C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77E694"/>
                </a:solidFill>
                <a:latin typeface="Aptos Mono"/>
                <a:ea typeface="Aptos Mono"/>
                <a:cs typeface="Aptos Mono"/>
              </a:rPr>
              <a:t>%%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E16358-D5FD-41C8-B1FF-A412E184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9102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literal %; no value needed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F7AFEE-2B51-4C67-A518-BE3051E4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910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842D4D-00F4-476C-8C10-4F4ECF24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47850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1">
                <a:solidFill>
                  <a:srgbClr val="77E694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77E694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77E694"/>
                </a:solidFill>
                <a:latin typeface="Georgia"/>
                <a:ea typeface="Georgia"/>
                <a:cs typeface="Georgia"/>
              </a:rPr>
              <a:t>Three rules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D8A116-A0BA-4096-96C3-72DB3383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24100"/>
            <a:ext cx="2333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 Values follow the format string in the same order.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5E8A73-89A2-43E0-9809-B58EE700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190875"/>
            <a:ext cx="2333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 Match each code to its value type.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C66BC1-1B8C-445A-AEA4-A55D7AF2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67175"/>
            <a:ext cx="2333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 %% prints one % and takes no value.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D85FB0-240E-47F0-821A-18538C7C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09537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A23"/>
          </a:solidFill>
          <a:ln xmlns:a="http://schemas.openxmlformats.org/drawingml/2006/main" w="9525">
            <a:solidFill>
              <a:srgbClr val="77E694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863458-4E8F-4789-AAC2-560025E9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65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printf("%c: %.2f%%\n", route_code, percent_complete);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A56240-C1B6-44B6-83D5-E729344E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959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350" b="0">
                <a:solidFill>
                  <a:srgbClr val="D9ECD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D9ECD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9ECDD"/>
                </a:solidFill>
                <a:latin typeface="Arial"/>
                <a:ea typeface="Arial"/>
                <a:cs typeface="Arial"/>
              </a:rPr>
              <a:t>If route_code = A and percent_complete = 31.25, output:  A: 31.25%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4817D8-96D3-4DDF-9A18-DC7C1993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341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0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C FUNDAMENTALS  •  19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E6B5DE-F762-42D3-AE70-4C3EBE86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34100"/>
            <a:ext cx="512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0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Try another: %u = unsigned int   •   %ld = long   •   %zu = size_t</a:t>
            </a:r>
          </a:p>
        </p:txBody>
      </p:sp>
    </p:spTree>
    <p:extLst>
      <p:ext uri="{BB962C8B-B14F-4D97-AF65-F5344CB8AC3E}">
        <p14:creationId xmlns:p14="http://schemas.microsoft.com/office/powerpoint/2010/main" val="18364384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79E9E-B076-4661-BACE-1C8BAD9D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Type checks and conversions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4F7F48-8660-4402-998D-A5EAC876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BA953-D845-4822-9E82-40AB9C4D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0"/>
            <a:ext cx="10953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D0F95-53AC-4EF1-9E47-5635C026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38400"/>
            <a:ext cx="1047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double exact_percent = 31.25;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percent_complete = exact_percent;  /* loses .25 */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819087-EAE6-4D0F-9170-AB4009CB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0"/>
            <a:ext cx="10572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C may allow conversion; read warnings and check the result.</a:t>
            </a:r>
          </a:p>
        </p:txBody>
      </p:sp>
    </p:spTree>
    <p:extLst>
      <p:ext uri="{BB962C8B-B14F-4D97-AF65-F5344CB8AC3E}">
        <p14:creationId xmlns:p14="http://schemas.microsoft.com/office/powerpoint/2010/main" val="7903134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91698D-89DF-4169-9D37-AE941D10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 declarations are explicit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AE09D-95E3-48DE-9356-F168F01E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C309B9-0638-471A-9654-8C8AB83E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10953750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3F3AC5-2784-44D6-AC15-83ED0E3D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95525"/>
            <a:ext cx="104775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meters_walked = 250;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double percent_complete = 31.25;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char route_code = 'A';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B81C7-4239-4013-8E25-2C82F1F3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type     name     initial value</a:t>
            </a:r>
          </a:p>
        </p:txBody>
      </p:sp>
    </p:spTree>
    <p:extLst>
      <p:ext uri="{BB962C8B-B14F-4D97-AF65-F5344CB8AC3E}">
        <p14:creationId xmlns:p14="http://schemas.microsoft.com/office/powerpoint/2010/main" val="15266660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042A35-CEB8-4A89-8BDB-EC4CD126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Initialize before reading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2815B-FB81-4C62-A234-98F86802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5D100F-97D8-448B-9283-571E1C12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10953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D5B23-0D09-4FA8-8F41-7D3F58D0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105025"/>
            <a:ext cx="104775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steps_today;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/* Do not read steps_today here. */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int safe_steps_today = 0;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printf("%d\n", safe_steps_today);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A69BEC-29FE-425B-8958-BA5A0577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3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A local value must be assigned before it is read.</a:t>
            </a:r>
          </a:p>
        </p:txBody>
      </p:sp>
    </p:spTree>
    <p:extLst>
      <p:ext uri="{BB962C8B-B14F-4D97-AF65-F5344CB8AC3E}">
        <p14:creationId xmlns:p14="http://schemas.microsoft.com/office/powerpoint/2010/main" val="54671863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74F87-62A5-4B72-9C01-392451DF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Calculate percent complete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EA172-358D-4AFF-B95C-50E42230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8CE58-B03F-47FD-879F-82FBF88F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81200"/>
            <a:ext cx="109537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DB62D-89B7-4F2E-B211-0E67CC3F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133600"/>
            <a:ext cx="104775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double percent_complete =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(double) meters_walked * 100.0 / route_meters;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printf("Completed: %.2f%%\n", percent_complete);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DAB02-84C9-4CBF-91E4-7D26B9A3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7DDC93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7DDC93"/>
                </a:solidFill>
                <a:latin typeface="Georgia"/>
                <a:ea typeface="Georgia"/>
                <a:cs typeface="Georgia"/>
              </a:rPr>
              <a:t>250 ÷ 800 × 100 = 31.25%</a:t>
            </a:r>
          </a:p>
        </p:txBody>
      </p:sp>
    </p:spTree>
    <p:extLst>
      <p:ext uri="{BB962C8B-B14F-4D97-AF65-F5344CB8AC3E}">
        <p14:creationId xmlns:p14="http://schemas.microsoft.com/office/powerpoint/2010/main" val="67709149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8DE66-5160-4A6B-81E2-DA1ABC7D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Readable numbers in C11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2505C-272D-4CFC-90D6-1A7A69AA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3533B-791B-4FD3-812B-76FB8BC4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10953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2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461CD-E120-4631-982D-82D5C9C1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95525"/>
            <a:ext cx="10477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9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const int daily_step_goal = 10000;  /* C11 */</a:t>
            </a:r>
          </a:p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9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/* 10_000 is not a C11 integer literal. */</a:t>
            </a:r>
          </a:p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9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printf("Daily goal: %d steps\n", daily_step_goal);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D1BE3-4B03-4343-B4B2-E8703AC3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Output: Daily goal: 10000 steps</a:t>
            </a:r>
          </a:p>
        </p:txBody>
      </p:sp>
    </p:spTree>
    <p:extLst>
      <p:ext uri="{BB962C8B-B14F-4D97-AF65-F5344CB8AC3E}">
        <p14:creationId xmlns:p14="http://schemas.microsoft.com/office/powerpoint/2010/main" val="125065254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A501E8-04B8-4968-AEEF-4225BCC6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Lab: build the tracker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536F5-8ED7-45A2-8C99-7DB3B716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4302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1">
                <a:solidFill>
                  <a:srgbClr val="F55A47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F55A47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F55A47"/>
                </a:solidFill>
                <a:latin typeface="Menlo"/>
                <a:ea typeface="Menlo"/>
                <a:cs typeface="Menlo"/>
              </a:rPr>
              <a:t>LAB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0566F-E46E-4D77-824E-F35BAB8B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308C9-DEE0-4006-9F9A-23D6C838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Open lab/campus_walk_starter.c in VS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F6DEF-F36A-4313-9E57-4AB9BE27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956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1  Predict and run the starting values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508024-6649-4F6B-98DA-2E8DAEFD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6237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2  Update metres walked to 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198B9-F046-4083-A6E4-67C2D90B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291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7DDC9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7DDC93"/>
                </a:solidFill>
                <a:latin typeface="Menlo"/>
                <a:ea typeface="Menlo"/>
                <a:cs typeface="Menlo"/>
              </a:rPr>
              <a:t>3  Calculate and print 31.25% progress</a:t>
            </a:r>
          </a:p>
        </p:txBody>
      </p:sp>
    </p:spTree>
    <p:extLst>
      <p:ext uri="{BB962C8B-B14F-4D97-AF65-F5344CB8AC3E}">
        <p14:creationId xmlns:p14="http://schemas.microsoft.com/office/powerpoint/2010/main" val="109010003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10F4A-AA90-404F-B5FF-918A0169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Lab: test and extend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FE051-FC18-4DBC-941A-195DE342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4302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1">
                <a:solidFill>
                  <a:srgbClr val="F55A47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F55A47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F55A47"/>
                </a:solidFill>
                <a:latin typeface="Menlo"/>
                <a:ea typeface="Menlo"/>
                <a:cs typeface="Menlo"/>
              </a:rPr>
              <a:t>LAB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390DB-3219-4461-BD43-F9A8B159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F6828-748F-4254-A75C-887BDED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Test a const assignment; record the diagnostic.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3F4F9-181E-4C6A-ACCD-A22A3939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Find an example of each C type in your program.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66A7A-BD79-45BF-AA47-67A39C74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6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625" b="1">
                <a:solidFill>
                  <a:srgbClr val="F55A47"/>
                </a:solidFill>
                <a:latin typeface="Georgia"/>
                <a:ea typeface="Georgia"/>
                <a:cs typeface="Georgia"/>
              </a:defRPr>
            </a:pPr>
            <a:r>
              <a:rPr sz="2625" b="1">
                <a:solidFill>
                  <a:srgbClr val="F55A47"/>
                </a:solidFill>
                <a:latin typeface="Georgia"/>
                <a:ea typeface="Georgia"/>
                <a:cs typeface="Georgia"/>
              </a:rPr>
              <a:t>Extend: 3,467 of 10,000 steps = 34.67%.</a:t>
            </a:r>
          </a:p>
        </p:txBody>
      </p:sp>
    </p:spTree>
    <p:extLst>
      <p:ext uri="{BB962C8B-B14F-4D97-AF65-F5344CB8AC3E}">
        <p14:creationId xmlns:p14="http://schemas.microsoft.com/office/powerpoint/2010/main" val="7477942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9D3F1-CB8E-48B8-B459-E59805E6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36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Submit your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49FD6-7C34-4E40-B97A-8F7143AC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4302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1">
                <a:solidFill>
                  <a:srgbClr val="F55A47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F55A47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F55A47"/>
                </a:solidFill>
                <a:latin typeface="Menlo"/>
                <a:ea typeface="Menlo"/>
                <a:cs typeface="Menlo"/>
              </a:rPr>
              <a:t>LAB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A9432-D453-4127-B052-CFF3BE6E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C8C8CC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8C8CC"/>
                </a:solidFill>
                <a:latin typeface="Menlo"/>
                <a:ea typeface="Menlo"/>
                <a:cs typeface="Menlo"/>
              </a:rPr>
              <a:t>C FUNDAMENTALS  •  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98C59-B9B6-433E-BC97-B34CD48B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•  Completed .c 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138A0-AA6D-4816-9F62-1B37E40D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•  Final output 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20A82-4D25-4C61-ABDA-FBDD769C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857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4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•  Compiler diagnostic and three explanations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341B0-ED4D-4E14-87E5-FFF6836D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86375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C8C8CC"/>
                </a:solidFill>
                <a:latin typeface="Georgia"/>
                <a:ea typeface="Georgia"/>
                <a:cs typeface="Georgia"/>
              </a:rPr>
              <a:t>Next: input and 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4B4D9D-74E1-4BA4-A0CE-E0DB0828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48250"/>
            <a:ext cx="1790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E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5CAE8-2FC9-44A9-80E6-8893E4FD19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20fd238b74daf"/>
          <a:stretch xmlns:a="http://schemas.openxmlformats.org/drawingml/2006/main"/>
        </p:blipFill>
        <p:spPr>
          <a:xfrm xmlns:a="http://schemas.openxmlformats.org/drawingml/2006/main">
            <a:off x="9912693" y="5133975"/>
            <a:ext cx="1586814" cy="8763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A2CF4-5007-48AE-82CF-90FC88F2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91225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7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C8C8CC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C8C8CC"/>
                </a:solidFill>
                <a:latin typeface="Georgia"/>
                <a:ea typeface="Georgia"/>
                <a:cs typeface="Georgia"/>
              </a:rPr>
              <a:t>Adapted from Apple Inc. (2023), CC BY-NC-SA 4.0</a:t>
            </a:r>
          </a:p>
        </p:txBody>
      </p:sp>
    </p:spTree>
    <p:extLst>
      <p:ext uri="{BB962C8B-B14F-4D97-AF65-F5344CB8AC3E}">
        <p14:creationId xmlns:p14="http://schemas.microsoft.com/office/powerpoint/2010/main" val="18133942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2026-10-12T06:26:24.3450000Z</dcterms:created>
  <dcterms:modified xsi:type="dcterms:W3CDTF">2026-10-12T06:26:24.3450000Z</dcterms:modified>
</coreProperties>
</file>