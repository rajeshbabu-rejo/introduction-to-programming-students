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63f1ca0ea441c" /><Relationship Type="http://schemas.openxmlformats.org/officeDocument/2006/relationships/extended-properties" Target="/docProps/app.xml" Id="R81fbd42fc8e94498" /><Relationship Type="http://schemas.openxmlformats.org/officeDocument/2006/relationships/officeDocument" Target="/ppt/presentation.xml" Id="R4f692bfa921347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85f55383904189"/>
  </p:sldMasterIdLst>
  <p:notesMasterIdLst>
    <p:notesMasterId xmlns:r="http://schemas.openxmlformats.org/officeDocument/2006/relationships" r:id="Rc5bda479611c4b2d"/>
  </p:notesMasterIdLst>
  <p:sldIdLst>
    <p:sldId xmlns:r="http://schemas.openxmlformats.org/officeDocument/2006/relationships" id="256" r:id="R2a6d698933dc469a"/>
    <p:sldId xmlns:r="http://schemas.openxmlformats.org/officeDocument/2006/relationships" id="257" r:id="R47951c578ba344ee"/>
    <p:sldId xmlns:r="http://schemas.openxmlformats.org/officeDocument/2006/relationships" id="258" r:id="Rfa335a0e09d648fe"/>
    <p:sldId xmlns:r="http://schemas.openxmlformats.org/officeDocument/2006/relationships" id="259" r:id="Rde0d4580c8104cdd"/>
    <p:sldId xmlns:r="http://schemas.openxmlformats.org/officeDocument/2006/relationships" id="260" r:id="R167b9f99179449e5"/>
    <p:sldId xmlns:r="http://schemas.openxmlformats.org/officeDocument/2006/relationships" id="261" r:id="R7e3c0e9a899e4630"/>
    <p:sldId xmlns:r="http://schemas.openxmlformats.org/officeDocument/2006/relationships" id="262" r:id="Ra61ff495522c4d55"/>
    <p:sldId xmlns:r="http://schemas.openxmlformats.org/officeDocument/2006/relationships" id="263" r:id="R5cecab94891e46c9"/>
    <p:sldId xmlns:r="http://schemas.openxmlformats.org/officeDocument/2006/relationships" id="264" r:id="Rc4810dff7a9f4d6c"/>
    <p:sldId xmlns:r="http://schemas.openxmlformats.org/officeDocument/2006/relationships" id="265" r:id="R82741d551c7e46c7"/>
    <p:sldId xmlns:r="http://schemas.openxmlformats.org/officeDocument/2006/relationships" id="266" r:id="R5055c6fbc1a14f03"/>
    <p:sldId xmlns:r="http://schemas.openxmlformats.org/officeDocument/2006/relationships" id="267" r:id="R2545216fc0f0426b"/>
    <p:sldId xmlns:r="http://schemas.openxmlformats.org/officeDocument/2006/relationships" id="268" r:id="Rad6bf2d01bfc47e8"/>
    <p:sldId xmlns:r="http://schemas.openxmlformats.org/officeDocument/2006/relationships" id="269" r:id="R459ce3239c534aa1"/>
    <p:sldId xmlns:r="http://schemas.openxmlformats.org/officeDocument/2006/relationships" id="270" r:id="R03729b8f53eb4443"/>
    <p:sldId xmlns:r="http://schemas.openxmlformats.org/officeDocument/2006/relationships" id="271" r:id="Rb38d9bb8d0dd4b0b"/>
    <p:sldId xmlns:r="http://schemas.openxmlformats.org/officeDocument/2006/relationships" id="272" r:id="R992b6e3330b74cec"/>
    <p:sldId xmlns:r="http://schemas.openxmlformats.org/officeDocument/2006/relationships" id="273" r:id="R2a47f369f9224634"/>
    <p:sldId xmlns:r="http://schemas.openxmlformats.org/officeDocument/2006/relationships" id="274" r:id="Rc1ac9c2c7822499b"/>
    <p:sldId xmlns:r="http://schemas.openxmlformats.org/officeDocument/2006/relationships" id="275" r:id="Rc53ee9f38eb84700"/>
    <p:sldId xmlns:r="http://schemas.openxmlformats.org/officeDocument/2006/relationships" id="276" r:id="R4ae0fb08ac724e6b"/>
    <p:sldId xmlns:r="http://schemas.openxmlformats.org/officeDocument/2006/relationships" id="277" r:id="R2c534b32451e4d9d"/>
    <p:sldId xmlns:r="http://schemas.openxmlformats.org/officeDocument/2006/relationships" id="278" r:id="Rc37fec9c4b00441f"/>
    <p:sldId xmlns:r="http://schemas.openxmlformats.org/officeDocument/2006/relationships" id="279" r:id="Rf1cc3c24282e40d8"/>
    <p:sldId xmlns:r="http://schemas.openxmlformats.org/officeDocument/2006/relationships" id="280" r:id="R757906a57d8c4141"/>
    <p:sldId xmlns:r="http://schemas.openxmlformats.org/officeDocument/2006/relationships" id="281" r:id="R149d80b348be45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6449c589ee404d" /><Relationship Type="http://schemas.openxmlformats.org/officeDocument/2006/relationships/slideMaster" Target="/ppt/slideMasters/slideMaster1.xml" Id="Rec85f55383904189" /><Relationship Type="http://schemas.openxmlformats.org/officeDocument/2006/relationships/notesMaster" Target="/ppt/notesMasters/notesMaster1.xml" Id="Rc5bda479611c4b2d" /><Relationship Type="http://schemas.openxmlformats.org/officeDocument/2006/relationships/presProps" Target="/ppt/presProps.xml" Id="Rbda5a394a4c44f36" /><Relationship Type="http://schemas.openxmlformats.org/officeDocument/2006/relationships/tableStyles" Target="/ppt/tableStyles.xml" Id="R5828fcc20fcd43b5" /><Relationship Type="http://schemas.openxmlformats.org/officeDocument/2006/relationships/slide" Target="/ppt/slides/slide1.xml" Id="R2a6d698933dc469a" /><Relationship Type="http://schemas.openxmlformats.org/officeDocument/2006/relationships/slide" Target="/ppt/slides/slide2.xml" Id="R47951c578ba344ee" /><Relationship Type="http://schemas.openxmlformats.org/officeDocument/2006/relationships/slide" Target="/ppt/slides/slide3.xml" Id="Rfa335a0e09d648fe" /><Relationship Type="http://schemas.openxmlformats.org/officeDocument/2006/relationships/slide" Target="/ppt/slides/slide4.xml" Id="Rde0d4580c8104cdd" /><Relationship Type="http://schemas.openxmlformats.org/officeDocument/2006/relationships/slide" Target="/ppt/slides/slide5.xml" Id="R167b9f99179449e5" /><Relationship Type="http://schemas.openxmlformats.org/officeDocument/2006/relationships/slide" Target="/ppt/slides/slide6.xml" Id="R7e3c0e9a899e4630" /><Relationship Type="http://schemas.openxmlformats.org/officeDocument/2006/relationships/slide" Target="/ppt/slides/slide7.xml" Id="Ra61ff495522c4d55" /><Relationship Type="http://schemas.openxmlformats.org/officeDocument/2006/relationships/slide" Target="/ppt/slides/slide8.xml" Id="R5cecab94891e46c9" /><Relationship Type="http://schemas.openxmlformats.org/officeDocument/2006/relationships/slide" Target="/ppt/slides/slide9.xml" Id="Rc4810dff7a9f4d6c" /><Relationship Type="http://schemas.openxmlformats.org/officeDocument/2006/relationships/slide" Target="/ppt/slides/slide10.xml" Id="R82741d551c7e46c7" /><Relationship Type="http://schemas.openxmlformats.org/officeDocument/2006/relationships/slide" Target="/ppt/slides/slide11.xml" Id="R5055c6fbc1a14f03" /><Relationship Type="http://schemas.openxmlformats.org/officeDocument/2006/relationships/slide" Target="/ppt/slides/slide12.xml" Id="R2545216fc0f0426b" /><Relationship Type="http://schemas.openxmlformats.org/officeDocument/2006/relationships/slide" Target="/ppt/slides/slide13.xml" Id="Rad6bf2d01bfc47e8" /><Relationship Type="http://schemas.openxmlformats.org/officeDocument/2006/relationships/slide" Target="/ppt/slides/slide14.xml" Id="R459ce3239c534aa1" /><Relationship Type="http://schemas.openxmlformats.org/officeDocument/2006/relationships/slide" Target="/ppt/slides/slide15.xml" Id="R03729b8f53eb4443" /><Relationship Type="http://schemas.openxmlformats.org/officeDocument/2006/relationships/slide" Target="/ppt/slides/slide16.xml" Id="Rb38d9bb8d0dd4b0b" /><Relationship Type="http://schemas.openxmlformats.org/officeDocument/2006/relationships/slide" Target="/ppt/slides/slide17.xml" Id="R992b6e3330b74cec" /><Relationship Type="http://schemas.openxmlformats.org/officeDocument/2006/relationships/slide" Target="/ppt/slides/slide18.xml" Id="R2a47f369f9224634" /><Relationship Type="http://schemas.openxmlformats.org/officeDocument/2006/relationships/slide" Target="/ppt/slides/slide19.xml" Id="Rc1ac9c2c7822499b" /><Relationship Type="http://schemas.openxmlformats.org/officeDocument/2006/relationships/slide" Target="/ppt/slides/slide20.xml" Id="Rc53ee9f38eb84700" /><Relationship Type="http://schemas.openxmlformats.org/officeDocument/2006/relationships/slide" Target="/ppt/slides/slide21.xml" Id="R4ae0fb08ac724e6b" /><Relationship Type="http://schemas.openxmlformats.org/officeDocument/2006/relationships/slide" Target="/ppt/slides/slide22.xml" Id="R2c534b32451e4d9d" /><Relationship Type="http://schemas.openxmlformats.org/officeDocument/2006/relationships/slide" Target="/ppt/slides/slide23.xml" Id="Rc37fec9c4b00441f" /><Relationship Type="http://schemas.openxmlformats.org/officeDocument/2006/relationships/slide" Target="/ppt/slides/slide24.xml" Id="Rf1cc3c24282e40d8" /><Relationship Type="http://schemas.openxmlformats.org/officeDocument/2006/relationships/slide" Target="/ppt/slides/slide25.xml" Id="R757906a57d8c4141" /><Relationship Type="http://schemas.openxmlformats.org/officeDocument/2006/relationships/slide" Target="/ppt/slides/slide26.xml" Id="R149d80b348be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ec783ce2d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b7ef3084934776" /><Relationship Type="http://schemas.openxmlformats.org/officeDocument/2006/relationships/notesMaster" Target="/ppt/notesMasters/notesMaster1.xml" Id="R7bbecefef7e1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28d7f0f80467a" /><Relationship Type="http://schemas.openxmlformats.org/officeDocument/2006/relationships/notesMaster" Target="/ppt/notesMasters/notesMaster1.xml" Id="R056b46d266b44b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0578c3971d4faa" /><Relationship Type="http://schemas.openxmlformats.org/officeDocument/2006/relationships/notesMaster" Target="/ppt/notesMasters/notesMaster1.xml" Id="R39e1b8ddd91b4c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f0c2a528da43f1" /><Relationship Type="http://schemas.openxmlformats.org/officeDocument/2006/relationships/notesMaster" Target="/ppt/notesMasters/notesMaster1.xml" Id="R2f45ce06b1b4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21c2518c704641" /><Relationship Type="http://schemas.openxmlformats.org/officeDocument/2006/relationships/notesMaster" Target="/ppt/notesMasters/notesMaster1.xml" Id="Reecbf2198acd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66d10c58e74642" /><Relationship Type="http://schemas.openxmlformats.org/officeDocument/2006/relationships/notesMaster" Target="/ppt/notesMasters/notesMaster1.xml" Id="Rdd7959cca218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c964707e364272" /><Relationship Type="http://schemas.openxmlformats.org/officeDocument/2006/relationships/notesMaster" Target="/ppt/notesMasters/notesMaster1.xml" Id="Rf30295d9845c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b3ff38d4b142af" /><Relationship Type="http://schemas.openxmlformats.org/officeDocument/2006/relationships/notesMaster" Target="/ppt/notesMasters/notesMaster1.xml" Id="R837b6f6e7aef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d8ae1a9173431a" /><Relationship Type="http://schemas.openxmlformats.org/officeDocument/2006/relationships/notesMaster" Target="/ppt/notesMasters/notesMaster1.xml" Id="Rfe3a9390fbfa46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b484e5bca84bf6" /><Relationship Type="http://schemas.openxmlformats.org/officeDocument/2006/relationships/notesMaster" Target="/ppt/notesMasters/notesMaster1.xml" Id="R2211af488ba14a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bdbf6d981d41c5" /><Relationship Type="http://schemas.openxmlformats.org/officeDocument/2006/relationships/notesMaster" Target="/ppt/notesMasters/notesMaster1.xml" Id="Rd0bf2410893244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1805f9e8c443a" /><Relationship Type="http://schemas.openxmlformats.org/officeDocument/2006/relationships/notesMaster" Target="/ppt/notesMasters/notesMaster1.xml" Id="R9051fb664cff4f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976f3f26e544d5" /><Relationship Type="http://schemas.openxmlformats.org/officeDocument/2006/relationships/notesMaster" Target="/ppt/notesMasters/notesMaster1.xml" Id="R9b0c91f4c18947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a0fda39a674ce1" /><Relationship Type="http://schemas.openxmlformats.org/officeDocument/2006/relationships/notesMaster" Target="/ppt/notesMasters/notesMaster1.xml" Id="Raec66040bbe641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5dd51e66d14053" /><Relationship Type="http://schemas.openxmlformats.org/officeDocument/2006/relationships/notesMaster" Target="/ppt/notesMasters/notesMaster1.xml" Id="R3e865f35a3154a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5dc1f57c4b4795" /><Relationship Type="http://schemas.openxmlformats.org/officeDocument/2006/relationships/notesMaster" Target="/ppt/notesMasters/notesMaster1.xml" Id="Rb195eb25306b4c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d909d8c34a4f00" /><Relationship Type="http://schemas.openxmlformats.org/officeDocument/2006/relationships/notesMaster" Target="/ppt/notesMasters/notesMaster1.xml" Id="Ra4ab0e12c6db46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65fd27770f4916" /><Relationship Type="http://schemas.openxmlformats.org/officeDocument/2006/relationships/notesMaster" Target="/ppt/notesMasters/notesMaster1.xml" Id="R31a4480853924a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822f5d53a64c3b" /><Relationship Type="http://schemas.openxmlformats.org/officeDocument/2006/relationships/notesMaster" Target="/ppt/notesMasters/notesMaster1.xml" Id="R1afc0bcd77a341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98ab4c607140a0" /><Relationship Type="http://schemas.openxmlformats.org/officeDocument/2006/relationships/notesMaster" Target="/ppt/notesMasters/notesMaster1.xml" Id="R7e1c5714142641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baacf9abad46b6" /><Relationship Type="http://schemas.openxmlformats.org/officeDocument/2006/relationships/notesMaster" Target="/ppt/notesMasters/notesMaster1.xml" Id="R35e689a880f449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88b3bff905432f" /><Relationship Type="http://schemas.openxmlformats.org/officeDocument/2006/relationships/notesMaster" Target="/ppt/notesMasters/notesMaster1.xml" Id="R6b2a7b38888b40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74466c9c854ff3" /><Relationship Type="http://schemas.openxmlformats.org/officeDocument/2006/relationships/notesMaster" Target="/ppt/notesMasters/notesMaster1.xml" Id="Rff93f182118d49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2c477fa58347f4" /><Relationship Type="http://schemas.openxmlformats.org/officeDocument/2006/relationships/notesMaster" Target="/ppt/notesMasters/notesMaster1.xml" Id="R69addadf240845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1f6e2873d54c4b" /><Relationship Type="http://schemas.openxmlformats.org/officeDocument/2006/relationships/notesMaster" Target="/ppt/notesMasters/notesMaster1.xml" Id="Rec4c6982305d49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835d5be22c4c1f" /><Relationship Type="http://schemas.openxmlformats.org/officeDocument/2006/relationships/notesMaster" Target="/ppt/notesMasters/notesMaster1.xml" Id="R0ce77603ade5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b9f75291144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40961e36d44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b4fb8a6a54d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8935df40945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deb91345441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67b2daeb24c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4E59DB-8624-4D69-8888-3F8B5054D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FCDAEE-4EFB-4062-8248-91AAF08916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461F2D-7652-4A86-8C8D-8B1E100B1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EFCAF9-4FCB-433E-88FC-8DC4E902A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1D6F51-3B48-4053-B9CB-691F66EF16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7B9A4C-8D56-4F1F-8694-A704050E2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16D1A9-B1FC-4252-B499-4897D320C4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FCC863-FD07-411E-B261-07FEC77F53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D8537-9E06-4DF3-BCFA-D9890B393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8164C0-CF64-4DF2-81B1-94F3D1E45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193f7695e4ded" /><Relationship Type="http://schemas.openxmlformats.org/officeDocument/2006/relationships/slideLayout" Target="/ppt/slideLayouts/slideLayout1.xml" Id="R26caa87ae45d4305" /><Relationship Type="http://schemas.openxmlformats.org/officeDocument/2006/relationships/slideLayout" Target="/ppt/slideLayouts/slideLayout2.xml" Id="R1105641876644440" /><Relationship Type="http://schemas.openxmlformats.org/officeDocument/2006/relationships/slideLayout" Target="/ppt/slideLayouts/slideLayout3.xml" Id="R5995aad7e2934c7a" /><Relationship Type="http://schemas.openxmlformats.org/officeDocument/2006/relationships/slideLayout" Target="/ppt/slideLayouts/slideLayout4.xml" Id="R504a46aa75b34914" /><Relationship Type="http://schemas.openxmlformats.org/officeDocument/2006/relationships/slideLayout" Target="/ppt/slideLayouts/slideLayout5.xml" Id="Re156e81ea6c14989" /><Relationship Type="http://schemas.openxmlformats.org/officeDocument/2006/relationships/slideLayout" Target="/ppt/slideLayouts/slideLayout6.xml" Id="R738965200ef3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aa87ae45d4305"/>
    <p:sldLayoutId xmlns:r="http://schemas.openxmlformats.org/officeDocument/2006/relationships" id="2147483650" r:id="R1105641876644440"/>
    <p:sldLayoutId xmlns:r="http://schemas.openxmlformats.org/officeDocument/2006/relationships" id="2147483651" r:id="R5995aad7e2934c7a"/>
    <p:sldLayoutId xmlns:r="http://schemas.openxmlformats.org/officeDocument/2006/relationships" id="2147483652" r:id="R504a46aa75b34914"/>
    <p:sldLayoutId xmlns:r="http://schemas.openxmlformats.org/officeDocument/2006/relationships" id="2147483653" r:id="Re156e81ea6c14989"/>
    <p:sldLayoutId xmlns:r="http://schemas.openxmlformats.org/officeDocument/2006/relationships" id="2147483654" r:id="R738965200ef3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6a57241b143d1" /><Relationship Type="http://schemas.openxmlformats.org/officeDocument/2006/relationships/image" Target="/ppt/media/image.png" Id="Rc986e53e665248c0" /><Relationship Type="http://schemas.openxmlformats.org/officeDocument/2006/relationships/notesSlide" Target="/ppt/notesSlides/notesSlide1.xml" Id="R02377cfd7899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c1f5eacef4b0a" /><Relationship Type="http://schemas.openxmlformats.org/officeDocument/2006/relationships/notesSlide" Target="/ppt/notesSlides/notesSlide2.xml" Id="Rabfb6cd4eb77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c800274fe40ae" /><Relationship Type="http://schemas.openxmlformats.org/officeDocument/2006/relationships/notesSlide" Target="/ppt/notesSlides/notesSlide3.xml" Id="R0d982b872a2c45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af69434e542ed" /><Relationship Type="http://schemas.openxmlformats.org/officeDocument/2006/relationships/notesSlide" Target="/ppt/notesSlides/notesSlide4.xml" Id="Rc999ae454d6c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4de1216ac42b6" /><Relationship Type="http://schemas.openxmlformats.org/officeDocument/2006/relationships/notesSlide" Target="/ppt/notesSlides/notesSlide5.xml" Id="R2052219b7758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2c3cf5c954409" /><Relationship Type="http://schemas.openxmlformats.org/officeDocument/2006/relationships/notesSlide" Target="/ppt/notesSlides/notesSlide6.xml" Id="R7eb0852d7d964d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447d356ac4a77" /><Relationship Type="http://schemas.openxmlformats.org/officeDocument/2006/relationships/notesSlide" Target="/ppt/notesSlides/notesSlide7.xml" Id="R3206b556b37249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e1476591648de" /><Relationship Type="http://schemas.openxmlformats.org/officeDocument/2006/relationships/notesSlide" Target="/ppt/notesSlides/notesSlide8.xml" Id="R7ce13c0af078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48a70245f4ba4" /><Relationship Type="http://schemas.openxmlformats.org/officeDocument/2006/relationships/notesSlide" Target="/ppt/notesSlides/notesSlide9.xml" Id="R6c27f6e3cea9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94b6fdf7b492a" /><Relationship Type="http://schemas.openxmlformats.org/officeDocument/2006/relationships/notesSlide" Target="/ppt/notesSlides/notesSlide10.xml" Id="R6c4a40322e4b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6b245503844ba" /><Relationship Type="http://schemas.openxmlformats.org/officeDocument/2006/relationships/notesSlide" Target="/ppt/notesSlides/notesSlide11.xml" Id="Rc0921a8f3aac49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e26ad43644375" /><Relationship Type="http://schemas.openxmlformats.org/officeDocument/2006/relationships/notesSlide" Target="/ppt/notesSlides/notesSlide12.xml" Id="R9b298c7ad02041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c7f64228548c5" /><Relationship Type="http://schemas.openxmlformats.org/officeDocument/2006/relationships/notesSlide" Target="/ppt/notesSlides/notesSlide13.xml" Id="R14ba15ad69d040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b40a594b840b9" /><Relationship Type="http://schemas.openxmlformats.org/officeDocument/2006/relationships/notesSlide" Target="/ppt/notesSlides/notesSlide14.xml" Id="Rf8d8a5b689704d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498e790dc4381" /><Relationship Type="http://schemas.openxmlformats.org/officeDocument/2006/relationships/notesSlide" Target="/ppt/notesSlides/notesSlide15.xml" Id="Rf56a6d0ca5b343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bc13546a943ad" /><Relationship Type="http://schemas.openxmlformats.org/officeDocument/2006/relationships/notesSlide" Target="/ppt/notesSlides/notesSlide16.xml" Id="R51cbb8db309d41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32536c401467f" /><Relationship Type="http://schemas.openxmlformats.org/officeDocument/2006/relationships/notesSlide" Target="/ppt/notesSlides/notesSlide17.xml" Id="Rc3dd7314bbd44e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4a136f99245cd" /><Relationship Type="http://schemas.openxmlformats.org/officeDocument/2006/relationships/notesSlide" Target="/ppt/notesSlides/notesSlide18.xml" Id="R15c639adec574a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0657e61c74689" /><Relationship Type="http://schemas.openxmlformats.org/officeDocument/2006/relationships/notesSlide" Target="/ppt/notesSlides/notesSlide19.xml" Id="R6c5494a4dafb4d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3183b4d6946c5" /><Relationship Type="http://schemas.openxmlformats.org/officeDocument/2006/relationships/notesSlide" Target="/ppt/notesSlides/notesSlide20.xml" Id="Raa8a5c26477f4f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af6e30a694395" /><Relationship Type="http://schemas.openxmlformats.org/officeDocument/2006/relationships/notesSlide" Target="/ppt/notesSlides/notesSlide21.xml" Id="Ra72e2d1e3c6e42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09e2527b04110" /><Relationship Type="http://schemas.openxmlformats.org/officeDocument/2006/relationships/notesSlide" Target="/ppt/notesSlides/notesSlide22.xml" Id="Reed6226c642e41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a194295c24074" /><Relationship Type="http://schemas.openxmlformats.org/officeDocument/2006/relationships/notesSlide" Target="/ppt/notesSlides/notesSlide23.xml" Id="Red987713b3c24e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5e72915e34a16" /><Relationship Type="http://schemas.openxmlformats.org/officeDocument/2006/relationships/notesSlide" Target="/ppt/notesSlides/notesSlide24.xml" Id="Rebcd526e333f47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5135d8dfe4c69" /><Relationship Type="http://schemas.openxmlformats.org/officeDocument/2006/relationships/notesSlide" Target="/ppt/notesSlides/notesSlide25.xml" Id="R52263f4c4bb842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e567f74b845ac" /><Relationship Type="http://schemas.openxmlformats.org/officeDocument/2006/relationships/image" Target="/ppt/media/image2.png" Id="R684c710258ce40d9" /><Relationship Type="http://schemas.openxmlformats.org/officeDocument/2006/relationships/notesSlide" Target="/ppt/notesSlides/notesSlide26.xml" Id="R12c42e66540d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A28BD-85BC-45D8-814E-C9CD90F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57A0-D0EB-45AD-BAD7-24AA64F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Unit II • Lesson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2573-9330-412D-9F97-F458C85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Constants, Variables,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and Data Types in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0A516-8D53-4D15-B887-4AB94F31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Professor Dr. C. Rajesh Babu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3CE64-F754-4CA4-B30A-403C055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Woxsen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129DE-22BE-4F11-8A3E-6A44EEF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14375"/>
            <a:ext cx="2190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1D320-2DEB-4069-AAE7-F0CE84F16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6e53e665248c0"/>
          <a:stretch xmlns:a="http://schemas.openxmlformats.org/drawingml/2006/main"/>
        </p:blipFill>
        <p:spPr>
          <a:xfrm xmlns:a="http://schemas.openxmlformats.org/drawingml/2006/main">
            <a:off x="9525000" y="805005"/>
            <a:ext cx="2000250" cy="11046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91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A1D03-C645-4716-B2A9-C6F2624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campus walk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95E8B-E455-4EB9-B43B-DF821C6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1E8E4-2826-4EAE-BAF7-84B4F1A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Main Gate →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082F1-7AEC-46C7-9531-9439D86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Show the route, current progress, and arrival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CB162-FF3A-41D7-89E9-1E41E13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What stays fixed? What changes as the student walks?</a:t>
            </a:r>
          </a:p>
        </p:txBody>
      </p:sp>
    </p:spTree>
    <p:extLst>
      <p:ext uri="{BB962C8B-B14F-4D97-AF65-F5344CB8AC3E}">
        <p14:creationId xmlns:p14="http://schemas.microsoft.com/office/powerpoint/2010/main" val="522259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67D5A-DBB3-4AFB-805F-81EA570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Values on the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3842-B350-4DF1-BFD9-4FBFD6B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0A1B6-F6C9-46C3-89DC-79502E5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Start: Main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3350A-D00C-4C77-8858-47CCB43C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Current: 250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DCEC3-F6B4-412E-8D11-4A66FA46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Destination: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3C943-2D93-4B36-9B21-93E92D49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90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88369-E5FD-4FFE-9B6A-DF2A333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3095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C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3222-D6ED-49CF-8883-DC1DAAED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D68F3-D08D-4825-9412-EC7B9DA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250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6CA53-8350-46D1-8198-BF27175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800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5930D-4E09-493D-AA51-64EF17D8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Walked 250 m    •    Remaining 550 m</a:t>
            </a:r>
          </a:p>
        </p:txBody>
      </p:sp>
    </p:spTree>
    <p:extLst>
      <p:ext uri="{BB962C8B-B14F-4D97-AF65-F5344CB8AC3E}">
        <p14:creationId xmlns:p14="http://schemas.microsoft.com/office/powerpoint/2010/main" val="15701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9E406-0CCA-4F8C-88B8-B33FC5F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Constant or variable?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5B502-AAC3-4893-9D87-5DD41C5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AA241-8EE9-448F-A0E5-F4E1AB8A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Fixed during this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73DA6-4967-4CB9-9A7D-1A5785F2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start • destination • route length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CBB46-C45A-434D-A643-AD62E75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Changes as we walk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AD65-7A11-4A4A-86C7-7DFAC60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479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metres walked • arrival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3EBC-CC16-46EA-B819-864B96A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Choose based on the role of the value in this program.</a:t>
            </a:r>
          </a:p>
        </p:txBody>
      </p:sp>
    </p:spTree>
    <p:extLst>
      <p:ext uri="{BB962C8B-B14F-4D97-AF65-F5344CB8AC3E}">
        <p14:creationId xmlns:p14="http://schemas.microsoft.com/office/powerpoint/2010/main" val="702493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A82CC-C97E-434A-B3AC-2DC203A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constant in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9DFF8-186A-4FEA-9D47-42053BD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3FED9-CA74-464A-AAA5-D0BEE5B8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095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3A750-B87B-4259-B0CA-670B45D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90775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int route_meters = 800;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printf("Route length: %d m\n", route_meters);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C4F61-0EB6-4B8D-BE90-48808E5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Route length: 800 m</a:t>
            </a:r>
          </a:p>
        </p:txBody>
      </p:sp>
    </p:spTree>
    <p:extLst>
      <p:ext uri="{BB962C8B-B14F-4D97-AF65-F5344CB8AC3E}">
        <p14:creationId xmlns:p14="http://schemas.microsoft.com/office/powerpoint/2010/main" val="55749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3AB1A-781D-4957-935E-3998A93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 the constant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9ADD1-5783-4B46-BFBE-D9F6255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279B9-DE14-4794-9173-856F646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095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4F7D4-6F7E-4141-B90C-50199F6A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86025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int route_meters = 800;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3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route_meters = 900;  /* compiler diagnostic */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BDA3B-49EA-4A4D-BF51-B5F04A00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Question: Which value actually changes during the walk?</a:t>
            </a:r>
          </a:p>
        </p:txBody>
      </p:sp>
    </p:spTree>
    <p:extLst>
      <p:ext uri="{BB962C8B-B14F-4D97-AF65-F5344CB8AC3E}">
        <p14:creationId xmlns:p14="http://schemas.microsoft.com/office/powerpoint/2010/main" val="1082880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873CC-2880-449F-8E37-EDCDB84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variable in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7F249-9BD9-4A10-B5B0-CA5A5A1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A2377-F587-4CC2-BB4B-372DEB5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95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B5261-EA31-4B85-B135-8BA0FD3A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10477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0;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 m walked\n", meters_walked);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meters_walked = 250;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 m walked\n", meters_walked);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E6065-2913-45DB-B267-10F75DC5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A variable can receive a new value of a suitable type.</a:t>
            </a:r>
          </a:p>
        </p:txBody>
      </p:sp>
    </p:spTree>
    <p:extLst>
      <p:ext uri="{BB962C8B-B14F-4D97-AF65-F5344CB8AC3E}">
        <p14:creationId xmlns:p14="http://schemas.microsoft.com/office/powerpoint/2010/main" val="1998151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90F53-D566-482B-A768-B163489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 the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BA7A5-A9EF-466B-A42E-59C2502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F220-7541-4FF2-BAB7-D0FBB66C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95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29989-7830-49FA-9301-787D409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10477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0;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 m walked\n", meters_walked);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meters_walked = 250;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 m walked\n", meters_walked);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781EC-1E0C-42E6-915F-FEF93A0E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Write both output lines before running.</a:t>
            </a:r>
          </a:p>
        </p:txBody>
      </p:sp>
    </p:spTree>
    <p:extLst>
      <p:ext uri="{BB962C8B-B14F-4D97-AF65-F5344CB8AC3E}">
        <p14:creationId xmlns:p14="http://schemas.microsoft.com/office/powerpoint/2010/main" val="1370896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7625-4FB9-4A6F-94FE-95FB4441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Choose: const or variable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71343-1D5B-4577-891A-BC51F2DE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A9046-5ABF-40F6-A812-279D92C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   destination   route_meters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8CC13-DCDD-4779-8A39-B77A632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4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meters_walked   arrived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67A24-C16C-435E-90C3-A7A040D4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For each: Will this program update it during one route?</a:t>
            </a:r>
          </a:p>
        </p:txBody>
      </p:sp>
    </p:spTree>
    <p:extLst>
      <p:ext uri="{BB962C8B-B14F-4D97-AF65-F5344CB8AC3E}">
        <p14:creationId xmlns:p14="http://schemas.microsoft.com/office/powerpoint/2010/main" val="1360199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0009-7157-4DBE-A5FB-7C71BE16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Naming rules in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51E0B-7727-45B5-9143-7E85C0B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2D819-8FF8-49A7-84E8-3D5D1AF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FAD12-3DB1-4DF1-BF2C-F26F8FCC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1047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250;   /* valid */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2meters = 250;        /* invalid */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meters-walked = 250;  /* invalid */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07D5F-8878-4561-A4D3-782D3CD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Letters, digits, underscores; do not start with a digit.</a:t>
            </a:r>
          </a:p>
        </p:txBody>
      </p:sp>
    </p:spTree>
    <p:extLst>
      <p:ext uri="{BB962C8B-B14F-4D97-AF65-F5344CB8AC3E}">
        <p14:creationId xmlns:p14="http://schemas.microsoft.com/office/powerpoint/2010/main" val="438281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F599D-0C84-4437-8A51-48E2434D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Names that explain the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99061-0426-462B-9971-55E4C8D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2AF7F-BF61-41A8-A731-32A7395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2625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69595-68D0-44E7-8B67-B651EFD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6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F8800-D86E-4F29-A928-69AF2021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625" b="1">
                <a:solidFill>
                  <a:srgbClr val="7DDC93"/>
                </a:solidFill>
                <a:latin typeface="Menlo"/>
                <a:ea typeface="Menlo"/>
                <a:cs typeface="Menlo"/>
              </a:rPr>
              <a:t>meters_walked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5B704-8D41-49BD-A2E4-99348BC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Prefer a clear name; include a unit when it prevents confusion.</a:t>
            </a:r>
          </a:p>
        </p:txBody>
      </p:sp>
    </p:spTree>
    <p:extLst>
      <p:ext uri="{BB962C8B-B14F-4D97-AF65-F5344CB8AC3E}">
        <p14:creationId xmlns:p14="http://schemas.microsoft.com/office/powerpoint/2010/main" val="2098834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56504-71FC-4050-8BF8-F02CB529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Comments explain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1606-98EC-4131-852F-10C138F7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290CD-7AA2-46E4-BC05-EFEA2DDB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095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F784-282E-45EF-AF67-36C4061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00275"/>
            <a:ext cx="104775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/* Fixed for this route session. */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int route_meters = 800;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// Progress changes as the student walks.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250;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38950-246F-4388-9864-EFCCC99F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Explain a reason the code cannot express by its name alone.</a:t>
            </a:r>
          </a:p>
        </p:txBody>
      </p:sp>
    </p:spTree>
    <p:extLst>
      <p:ext uri="{BB962C8B-B14F-4D97-AF65-F5344CB8AC3E}">
        <p14:creationId xmlns:p14="http://schemas.microsoft.com/office/powerpoint/2010/main" val="545558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6056-C066-4535-8CBF-F40CD5D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Which C type fits?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80F1-D3FA-407F-B360-F11109D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4AFA-E142-4865-A3EB-E2007E24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800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3C6A4-BDD6-4794-B474-4231DF3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81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1F957-03FA-423F-8023-223C333C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31.25%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FD34-9D48-4567-98E4-BC0F584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479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double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CC523-B372-4CEB-8CA2-A5FEEFE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'A'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064B5-DC75-4845-AD80-A1BD577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char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546FB-F437-4F70-9890-0A25E07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true /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78DCC-E62A-4B27-8AAB-C5AADB8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814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bool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802B-78EE-416F-8078-F8D0D78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"Library"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D2FC9-C3FA-4C43-AD8C-E0730D6C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char[]</a:t>
            </a:r>
          </a:p>
        </p:txBody>
      </p:sp>
    </p:spTree>
    <p:extLst>
      <p:ext uri="{BB962C8B-B14F-4D97-AF65-F5344CB8AC3E}">
        <p14:creationId xmlns:p14="http://schemas.microsoft.com/office/powerpoint/2010/main" val="682226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6C783-EEDC-407E-8619-874687B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Whole numbers: 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96118-C3B9-4108-82BD-087B6159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EB8AE-D400-4A35-9D68-D417FDB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61F53-B1AD-4760-B133-F0500FA9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95525"/>
            <a:ext cx="10477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int route_meters = 800;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250;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 of %d m\n", meters_walked, route_meters);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5C6E-07F1-4A9D-A9E4-7EB75C86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250 of 800 m</a:t>
            </a:r>
          </a:p>
        </p:txBody>
      </p:sp>
    </p:spTree>
    <p:extLst>
      <p:ext uri="{BB962C8B-B14F-4D97-AF65-F5344CB8AC3E}">
        <p14:creationId xmlns:p14="http://schemas.microsoft.com/office/powerpoint/2010/main" val="1298642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CEEB7-4A63-439B-93C4-A7776A6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Decimal numbers: double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6A6C-FFFF-4A9E-8BFF-9CC5B1E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B50E-99EC-4120-BA8B-3949A3D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095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3C287-5FE6-40AB-8E98-8F07990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0"/>
            <a:ext cx="1047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double kilometers_walked = 0.25;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printf("Walked: %.2f km\n", kilometers_walked);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74D40-AAA8-42A7-AF3A-BE297B3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Walked: 0.25 km</a:t>
            </a:r>
          </a:p>
        </p:txBody>
      </p:sp>
    </p:spTree>
    <p:extLst>
      <p:ext uri="{BB962C8B-B14F-4D97-AF65-F5344CB8AC3E}">
        <p14:creationId xmlns:p14="http://schemas.microsoft.com/office/powerpoint/2010/main" val="9192609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842EC-1D4F-4255-B872-6CC2AB9D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character: char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92E6D-0A49-40FD-9E61-1FD4452D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170F2-C43D-4DB4-B3A7-D85A01C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095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8B2B3-DFCF-445B-9FCA-CFA6BB2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8602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char route_code = 'A';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printf("Route %c\n", route_code);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89DFB-9C74-4FFE-9055-1437BC3A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Route A</a:t>
            </a:r>
          </a:p>
        </p:txBody>
      </p:sp>
    </p:spTree>
    <p:extLst>
      <p:ext uri="{BB962C8B-B14F-4D97-AF65-F5344CB8AC3E}">
        <p14:creationId xmlns:p14="http://schemas.microsoft.com/office/powerpoint/2010/main" val="1855724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C83D5-0A86-42CF-A823-DA5F10F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Text: a char array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E1CE8-1DF3-4457-813D-836E37D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021B6-4697-4204-BF49-F82F975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095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CC0E0-706C-4AD3-ADEE-1D1D2A1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0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char destination[] = "Library";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printf("Destination: %s\n", destination);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B9FA0-9AF7-4B6B-8E8B-0C6DDD5E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Text in C needs several characters, not one char.</a:t>
            </a:r>
          </a:p>
        </p:txBody>
      </p:sp>
    </p:spTree>
    <p:extLst>
      <p:ext uri="{BB962C8B-B14F-4D97-AF65-F5344CB8AC3E}">
        <p14:creationId xmlns:p14="http://schemas.microsoft.com/office/powerpoint/2010/main" val="17979071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EE8C8-F810-466F-A153-F05DBA7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True or false: bool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09430-3D43-4358-AC37-4DDC7B86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E2A46-5344-4FC3-8438-F409CDD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95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3C0C9-3F95-4470-8D35-041CEC4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52650"/>
            <a:ext cx="10477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#include &lt;stdbool.h&gt;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bool arrived = false;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printf("Arrived: %s\n", arrived ? "yes" : "no");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81B14-5170-4DCA-A556-0B759F9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Arrived: no</a:t>
            </a:r>
          </a:p>
        </p:txBody>
      </p:sp>
    </p:spTree>
    <p:extLst>
      <p:ext uri="{BB962C8B-B14F-4D97-AF65-F5344CB8AC3E}">
        <p14:creationId xmlns:p14="http://schemas.microsoft.com/office/powerpoint/2010/main" val="12780699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79E9E-B076-4661-BACE-1C8BAD9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Type checks and conversions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7F48-8660-4402-998D-A5EAC87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BA953-D845-4822-9E82-40AB9C4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095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D0F95-53AC-4EF1-9E47-5635C02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double exact_percent = 31.25;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percent_complete = exact_percent;  /* loses .25 */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19087-EAE6-4D0F-9170-AB4009C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C may allow conversion; read warnings and check the result.</a:t>
            </a:r>
          </a:p>
        </p:txBody>
      </p:sp>
    </p:spTree>
    <p:extLst>
      <p:ext uri="{BB962C8B-B14F-4D97-AF65-F5344CB8AC3E}">
        <p14:creationId xmlns:p14="http://schemas.microsoft.com/office/powerpoint/2010/main" val="7903134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1698D-89DF-4169-9D37-AE941D10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 declarations are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AE09D-95E3-48DE-9356-F168F01E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309B9-0638-471A-9654-8C8AB83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F3AC5-2784-44D6-AC15-83ED0E3D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95525"/>
            <a:ext cx="10477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meters_walked = 250;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double percent_complete = 31.25;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char route_code = 'A';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B81C7-4239-4013-8E25-2C82F1F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type     name     initial value</a:t>
            </a:r>
          </a:p>
        </p:txBody>
      </p:sp>
    </p:spTree>
    <p:extLst>
      <p:ext uri="{BB962C8B-B14F-4D97-AF65-F5344CB8AC3E}">
        <p14:creationId xmlns:p14="http://schemas.microsoft.com/office/powerpoint/2010/main" val="15266660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42A35-CEB8-4A89-8BDB-EC4CD12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Initialize before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2815B-FB81-4C62-A234-98F86802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D100F-97D8-448B-9283-571E1C12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95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D5B23-0D09-4FA8-8F41-7D3F58D0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10477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steps_today;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/* Do not read steps_today here.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int safe_steps_today = 0;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printf("%d\n", safe_steps_today);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69BEC-29FE-425B-8958-BA5A0577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A local value must be assigned before it is read.</a:t>
            </a:r>
          </a:p>
        </p:txBody>
      </p:sp>
    </p:spTree>
    <p:extLst>
      <p:ext uri="{BB962C8B-B14F-4D97-AF65-F5344CB8AC3E}">
        <p14:creationId xmlns:p14="http://schemas.microsoft.com/office/powerpoint/2010/main" val="546718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74F87-62A5-4B72-9C01-392451D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Calculate percent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EA172-358D-4AFF-B95C-50E4223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8CE58-B03F-47FD-879F-82FBF88F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095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DB62D-89B7-4F2E-B211-0E67CC3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33600"/>
            <a:ext cx="10477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double percent_complete =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(double) meters_walked * 100.0 / route_meters;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printf("Completed: %.2f%%\n", percent_complete);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DAB02-84C9-4CBF-91E4-7D26B9A3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DDC9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7DDC93"/>
                </a:solidFill>
                <a:latin typeface="Georgia"/>
                <a:ea typeface="Georgia"/>
                <a:cs typeface="Georgia"/>
              </a:rPr>
              <a:t>250 ÷ 800 × 100 = 31.25%</a:t>
            </a:r>
          </a:p>
        </p:txBody>
      </p:sp>
    </p:spTree>
    <p:extLst>
      <p:ext uri="{BB962C8B-B14F-4D97-AF65-F5344CB8AC3E}">
        <p14:creationId xmlns:p14="http://schemas.microsoft.com/office/powerpoint/2010/main" val="6770914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8DE66-5160-4A6B-81E2-DA1ABC7D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Readable numbers in C11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505C-272D-4CFC-90D6-1A7A69A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3533B-791B-4FD3-812B-76FB8BC4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461CD-E120-4631-982D-82D5C9C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95525"/>
            <a:ext cx="1047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int daily_step_goal = 10000;  /* C11 */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/* 10_000 is not a C11 integer literal. */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printf("Daily goal: %d steps\n", daily_step_goal);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D1BE3-4B03-4343-B4B2-E8703AC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Output: Daily goal: 10000 steps</a:t>
            </a:r>
          </a:p>
        </p:txBody>
      </p:sp>
    </p:spTree>
    <p:extLst>
      <p:ext uri="{BB962C8B-B14F-4D97-AF65-F5344CB8AC3E}">
        <p14:creationId xmlns:p14="http://schemas.microsoft.com/office/powerpoint/2010/main" val="12506525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501E8-04B8-4968-AEEF-4225BCC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Lab: build the 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536F5-8ED7-45A2-8C99-7DB3B716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LAB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0566F-E46E-4D77-824E-F35BAB8B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308C9-DEE0-4006-9F9A-23D6C83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Open lab/campus_walk_starter.c in VS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6DEF-F36A-4313-9E57-4AB9BE27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1  Predict and run the starting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8024-6649-4F6B-98DA-2E8DAEFD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2  Update metres walked to 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98B9-F046-4083-A6E4-67C2D90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DDC93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7DDC93"/>
                </a:solidFill>
                <a:latin typeface="Menlo"/>
                <a:ea typeface="Menlo"/>
                <a:cs typeface="Menlo"/>
              </a:rPr>
              <a:t>3  Calculate and print 31.25% progress</a:t>
            </a:r>
          </a:p>
        </p:txBody>
      </p:sp>
    </p:spTree>
    <p:extLst>
      <p:ext uri="{BB962C8B-B14F-4D97-AF65-F5344CB8AC3E}">
        <p14:creationId xmlns:p14="http://schemas.microsoft.com/office/powerpoint/2010/main" val="10901000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10F4A-AA90-404F-B5FF-918A016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Lab: test and extend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FE051-FC18-4DBC-941A-195DE34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LAB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390DB-3219-4461-BD43-F9A8B15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6828-748F-4254-A75C-887BDEDF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 a const assignment; record the diagnostic.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3F4F9-181E-4C6A-ACCD-A22A393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Find an example of each C type in your program.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6A7A-BD79-45BF-AA47-67A39C74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55A4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55A47"/>
                </a:solidFill>
                <a:latin typeface="Georgia"/>
                <a:ea typeface="Georgia"/>
                <a:cs typeface="Georgia"/>
              </a:rPr>
              <a:t>Extend: 3,467 of 10,000 steps = 34.67%.</a:t>
            </a:r>
          </a:p>
        </p:txBody>
      </p:sp>
    </p:spTree>
    <p:extLst>
      <p:ext uri="{BB962C8B-B14F-4D97-AF65-F5344CB8AC3E}">
        <p14:creationId xmlns:p14="http://schemas.microsoft.com/office/powerpoint/2010/main" val="747794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9D3F1-CB8E-48B8-B459-E59805E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Submit your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49FD6-7C34-4E40-B97A-8F7143AC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5A4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55A47"/>
                </a:solidFill>
                <a:latin typeface="Menlo"/>
                <a:ea typeface="Menlo"/>
                <a:cs typeface="Menlo"/>
              </a:rPr>
              <a:t>LAB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A9432-D453-4127-B052-CFF3BE6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03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8C8C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8C8CC"/>
                </a:solidFill>
                <a:latin typeface="Menlo"/>
                <a:ea typeface="Menlo"/>
                <a:cs typeface="Menlo"/>
              </a:rPr>
              <a:t>C FUNDAMENTALS  •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98C59-B9B6-433E-BC97-B34CD48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Completed .c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138A0-AA6D-4816-9F62-1B37E40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Final output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20A82-4D25-4C61-ABDA-FBDD769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•  Compiler diagnostic and three explanations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341B0-ED4D-4E14-87E5-FFF6836D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Next: input and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B4D9D-74E1-4BA4-A0CE-E0DB0828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48250"/>
            <a:ext cx="1790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BFF53-6615-477A-87F3-5A5B34FEF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c710258ce40d9"/>
          <a:stretch xmlns:a="http://schemas.openxmlformats.org/drawingml/2006/main"/>
        </p:blipFill>
        <p:spPr>
          <a:xfrm xmlns:a="http://schemas.openxmlformats.org/drawingml/2006/main">
            <a:off x="9912693" y="5133975"/>
            <a:ext cx="1586814" cy="87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A2CF4-5007-48AE-82CF-90FC88F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C8C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C8C8CC"/>
                </a:solidFill>
                <a:latin typeface="Georgia"/>
                <a:ea typeface="Georgia"/>
                <a:cs typeface="Georgia"/>
              </a:rPr>
              <a:t>Adapted from Apple Inc. (2023), CC BY-NC-SA 4.0</a:t>
            </a:r>
          </a:p>
        </p:txBody>
      </p:sp>
    </p:spTree>
    <p:extLst>
      <p:ext uri="{BB962C8B-B14F-4D97-AF65-F5344CB8AC3E}">
        <p14:creationId xmlns:p14="http://schemas.microsoft.com/office/powerpoint/2010/main" val="1813394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2026-10-12T02:39:34.0840000Z</dcterms:created>
  <dcterms:modified xsi:type="dcterms:W3CDTF">2026-10-12T02:39:34.0840000Z</dcterms:modified>
</coreProperties>
</file>